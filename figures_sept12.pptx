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66" r:id="rId3"/>
    <p:sldId id="257" r:id="rId4"/>
    <p:sldId id="260" r:id="rId5"/>
    <p:sldId id="271" r:id="rId6"/>
    <p:sldId id="262" r:id="rId7"/>
    <p:sldId id="268" r:id="rId8"/>
    <p:sldId id="261" r:id="rId9"/>
    <p:sldId id="267" r:id="rId10"/>
    <p:sldId id="258" r:id="rId11"/>
    <p:sldId id="259" r:id="rId12"/>
    <p:sldId id="264" r:id="rId13"/>
    <p:sldId id="263" r:id="rId14"/>
    <p:sldId id="265" r:id="rId15"/>
  </p:sldIdLst>
  <p:sldSz cx="18288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A6A578-8FBD-4CEA-B1F9-A33AA3FE61AD}" v="12" dt="2025-09-19T19:10:39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00" autoAdjust="0"/>
    <p:restoredTop sz="91457" autoAdjust="0"/>
  </p:normalViewPr>
  <p:slideViewPr>
    <p:cSldViewPr snapToGrid="0">
      <p:cViewPr>
        <p:scale>
          <a:sx n="100" d="100"/>
          <a:sy n="100" d="100"/>
        </p:scale>
        <p:origin x="3204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ng, Beverly" userId="e9b9e11a-e91c-420a-9e81-bc866672ff32" providerId="ADAL" clId="{CAA6A578-8FBD-4CEA-B1F9-A33AA3FE61AD}"/>
    <pc:docChg chg="custSel modSld">
      <pc:chgData name="Peng, Beverly" userId="e9b9e11a-e91c-420a-9e81-bc866672ff32" providerId="ADAL" clId="{CAA6A578-8FBD-4CEA-B1F9-A33AA3FE61AD}" dt="2025-09-19T19:32:24.580" v="164" actId="1076"/>
      <pc:docMkLst>
        <pc:docMk/>
      </pc:docMkLst>
      <pc:sldChg chg="addSp delSp modSp mod">
        <pc:chgData name="Peng, Beverly" userId="e9b9e11a-e91c-420a-9e81-bc866672ff32" providerId="ADAL" clId="{CAA6A578-8FBD-4CEA-B1F9-A33AA3FE61AD}" dt="2025-09-18T05:32:38.433" v="160" actId="1038"/>
        <pc:sldMkLst>
          <pc:docMk/>
          <pc:sldMk cId="1465669113" sldId="260"/>
        </pc:sldMkLst>
        <pc:picChg chg="add mod ord">
          <ac:chgData name="Peng, Beverly" userId="e9b9e11a-e91c-420a-9e81-bc866672ff32" providerId="ADAL" clId="{CAA6A578-8FBD-4CEA-B1F9-A33AA3FE61AD}" dt="2025-09-18T05:32:38.433" v="160" actId="1038"/>
          <ac:picMkLst>
            <pc:docMk/>
            <pc:sldMk cId="1465669113" sldId="260"/>
            <ac:picMk id="6" creationId="{AE56FC80-550E-EAC5-D0E6-FE48B1E2D1D5}"/>
          </ac:picMkLst>
        </pc:picChg>
        <pc:picChg chg="mod">
          <ac:chgData name="Peng, Beverly" userId="e9b9e11a-e91c-420a-9e81-bc866672ff32" providerId="ADAL" clId="{CAA6A578-8FBD-4CEA-B1F9-A33AA3FE61AD}" dt="2025-09-13T00:37:22.882" v="19" actId="1036"/>
          <ac:picMkLst>
            <pc:docMk/>
            <pc:sldMk cId="1465669113" sldId="260"/>
            <ac:picMk id="15" creationId="{C010E550-06C1-A46C-FDE0-D9F755926A47}"/>
          </ac:picMkLst>
        </pc:picChg>
        <pc:picChg chg="del">
          <ac:chgData name="Peng, Beverly" userId="e9b9e11a-e91c-420a-9e81-bc866672ff32" providerId="ADAL" clId="{CAA6A578-8FBD-4CEA-B1F9-A33AA3FE61AD}" dt="2025-09-18T05:32:35.948" v="156" actId="478"/>
          <ac:picMkLst>
            <pc:docMk/>
            <pc:sldMk cId="1465669113" sldId="260"/>
            <ac:picMk id="33" creationId="{770AD867-ACA7-6D05-3D44-3D9F840C0911}"/>
          </ac:picMkLst>
        </pc:picChg>
        <pc:picChg chg="add mod">
          <ac:chgData name="Peng, Beverly" userId="e9b9e11a-e91c-420a-9e81-bc866672ff32" providerId="ADAL" clId="{CAA6A578-8FBD-4CEA-B1F9-A33AA3FE61AD}" dt="2025-09-16T17:23:58.737" v="25" actId="1076"/>
          <ac:picMkLst>
            <pc:docMk/>
            <pc:sldMk cId="1465669113" sldId="260"/>
            <ac:picMk id="1026" creationId="{C4BCD1E7-628F-BE4A-EB90-04F3A9F1A159}"/>
          </ac:picMkLst>
        </pc:picChg>
        <pc:picChg chg="add mod">
          <ac:chgData name="Peng, Beverly" userId="e9b9e11a-e91c-420a-9e81-bc866672ff32" providerId="ADAL" clId="{CAA6A578-8FBD-4CEA-B1F9-A33AA3FE61AD}" dt="2025-09-18T05:24:44.894" v="79" actId="1076"/>
          <ac:picMkLst>
            <pc:docMk/>
            <pc:sldMk cId="1465669113" sldId="260"/>
            <ac:picMk id="1028" creationId="{3FF70FDC-6511-CD78-1F60-803E4B57B7B4}"/>
          </ac:picMkLst>
        </pc:picChg>
      </pc:sldChg>
      <pc:sldChg chg="addSp delSp modSp mod">
        <pc:chgData name="Peng, Beverly" userId="e9b9e11a-e91c-420a-9e81-bc866672ff32" providerId="ADAL" clId="{CAA6A578-8FBD-4CEA-B1F9-A33AA3FE61AD}" dt="2025-09-13T00:33:14.097" v="15" actId="14100"/>
        <pc:sldMkLst>
          <pc:docMk/>
          <pc:sldMk cId="4107157045" sldId="262"/>
        </pc:sldMkLst>
        <pc:picChg chg="add mod ord">
          <ac:chgData name="Peng, Beverly" userId="e9b9e11a-e91c-420a-9e81-bc866672ff32" providerId="ADAL" clId="{CAA6A578-8FBD-4CEA-B1F9-A33AA3FE61AD}" dt="2025-09-13T00:33:14.097" v="15" actId="14100"/>
          <ac:picMkLst>
            <pc:docMk/>
            <pc:sldMk cId="4107157045" sldId="262"/>
            <ac:picMk id="6" creationId="{7CBEB301-B76B-2319-A148-7A5E9A02C9F6}"/>
          </ac:picMkLst>
        </pc:picChg>
      </pc:sldChg>
      <pc:sldChg chg="addSp delSp modSp mod modNotesTx">
        <pc:chgData name="Peng, Beverly" userId="e9b9e11a-e91c-420a-9e81-bc866672ff32" providerId="ADAL" clId="{CAA6A578-8FBD-4CEA-B1F9-A33AA3FE61AD}" dt="2025-09-19T19:32:24.580" v="164" actId="1076"/>
        <pc:sldMkLst>
          <pc:docMk/>
          <pc:sldMk cId="4157748097" sldId="266"/>
        </pc:sldMkLst>
        <pc:picChg chg="add mod">
          <ac:chgData name="Peng, Beverly" userId="e9b9e11a-e91c-420a-9e81-bc866672ff32" providerId="ADAL" clId="{CAA6A578-8FBD-4CEA-B1F9-A33AA3FE61AD}" dt="2025-09-19T19:32:24.580" v="164" actId="1076"/>
          <ac:picMkLst>
            <pc:docMk/>
            <pc:sldMk cId="4157748097" sldId="266"/>
            <ac:picMk id="7" creationId="{27FABD7F-2C86-F657-2B3B-DF941ED85CB0}"/>
          </ac:picMkLst>
        </pc:picChg>
      </pc:sldChg>
      <pc:sldChg chg="addSp delSp modSp">
        <pc:chgData name="Peng, Beverly" userId="e9b9e11a-e91c-420a-9e81-bc866672ff32" providerId="ADAL" clId="{CAA6A578-8FBD-4CEA-B1F9-A33AA3FE61AD}" dt="2025-09-19T19:10:39.263" v="163" actId="478"/>
        <pc:sldMkLst>
          <pc:docMk/>
          <pc:sldMk cId="3696237369" sldId="271"/>
        </pc:sldMkLst>
        <pc:picChg chg="add del mod">
          <ac:chgData name="Peng, Beverly" userId="e9b9e11a-e91c-420a-9e81-bc866672ff32" providerId="ADAL" clId="{CAA6A578-8FBD-4CEA-B1F9-A33AA3FE61AD}" dt="2025-09-19T19:10:39.263" v="163" actId="478"/>
          <ac:picMkLst>
            <pc:docMk/>
            <pc:sldMk cId="3696237369" sldId="271"/>
            <ac:picMk id="2050" creationId="{FE6F52B1-7C8D-8A91-4EFB-17DE51E27E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F4259-DA26-4BE3-8305-42BE1F0FEAA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5B6D9-890E-405E-B3BF-B60CFA8A4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44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1pPr>
    <a:lvl2pPr marL="877824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2pPr>
    <a:lvl3pPr marL="1755648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3pPr>
    <a:lvl4pPr marL="2633472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4pPr>
    <a:lvl5pPr marL="3511296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5pPr>
    <a:lvl6pPr marL="4389120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6pPr>
    <a:lvl7pPr marL="5266944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7pPr>
    <a:lvl8pPr marL="6144768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8pPr>
    <a:lvl9pPr marL="7022592" algn="l" defTabSz="1755648" rtl="0" eaLnBrk="1" latinLnBrk="0" hangingPunct="1">
      <a:defRPr sz="23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Figure 1: </a:t>
            </a:r>
            <a:r>
              <a:rPr lang="en-US" sz="2304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Schematic of our machine learning analysis pipeline, step by step.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18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20456-3C34-ED86-6730-65E002C46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A4581-FDFD-354A-BB75-6F4FED7CA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48148-10EE-EE37-7C12-70545E0BE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Figure 2: sinai_n615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652F3-4084-D879-9F4D-F94788128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Figure 3: </a:t>
            </a:r>
            <a:r>
              <a:rPr lang="en-US" sz="2304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Association with antibody assay data in Emory. Symptom clusters, endotypes, and severity groups identified from integration of Sinai and Emory surveys, showing correlation with serum and MENSA results.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35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Figure 4: </a:t>
            </a:r>
            <a:r>
              <a:rPr lang="en-US" sz="2304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 vs. Disease analysis in Cardiff data. Symptom clusters, endotypes, and severity groups identified from Cardiff surveys, showing the novel severity-group-specific and cluster-specific biomarkers that otherwise cannot be identified when the whole cohort is used, as well as important gender-specific analysis.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04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059BF-B3A5-61F8-B891-5E4B6EA9F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92817-45B6-415B-DD90-DBF889FDD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8D139-9335-058E-F2F8-2C04B0A4E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Figure 5: </a:t>
            </a:r>
            <a:r>
              <a:rPr lang="en-US" sz="2304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Longitudinal patterns in UCSF LIINC study, cluster-specific severity change before vs. after 85 days, Correlation with EQ5D scores.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69B71-FC9F-1EC4-56A5-DEA015364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49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C71E9-C6B9-C950-BFC2-BFD87E23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AD05A-AB33-66EA-D7AB-83C93BD1F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A5EF0-B550-F5AF-8E46-B525D4FE6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Figure XX: meta-analysis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365E0-BD1D-6A91-69E5-B3211FCC7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18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Figure 5: </a:t>
            </a:r>
            <a:r>
              <a:rPr lang="en-US" sz="2304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Longitudinal patterns in UCSF LIINC study, cluster-specific severity change before vs. after 85 days, Correlation with EQ5D scores.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3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45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Figure 3: </a:t>
            </a:r>
            <a:r>
              <a:rPr lang="en-US" sz="2304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Preconditions in Sinai Cohort vs. Symptom Clusters and Signature Symptoms identified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69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7556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Figure 3: </a:t>
            </a:r>
            <a:r>
              <a:rPr lang="en-US" sz="2304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Preconditions in Sinai Cohort vs. Symptom Clusters and Signature Symptoms identified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24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BFB3-8BA8-7F3E-97CC-142F6F549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FCF8F-FF96-93B2-C9FA-07142CF37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725E7-52EE-07D1-6971-A5BE718FA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Supplementary</a:t>
            </a:r>
          </a:p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CC9A5-54D4-98B2-E61F-3350F05FC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96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E28AB-74F1-10BF-EDA7-2FBB2A5C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8A115-0DE0-6110-5F78-9776362F5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DDEBB-1A56-C56A-7B39-C29D5FDBE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Figure 5: </a:t>
            </a:r>
            <a:r>
              <a:rPr lang="en-US" sz="2304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Longitudinal patterns in UCSF LIINC study, cluster-specific severity change before vs. after 90 days, Correlation with EQ5D scores.</a:t>
            </a:r>
          </a:p>
          <a:p>
            <a:r>
              <a:rPr lang="en-US" sz="2304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182C8-BD25-88CC-234D-EC29C9395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5B6D9-890E-405E-B3BF-B60CFA8A4DF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48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496484"/>
            <a:ext cx="13716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802717"/>
            <a:ext cx="13716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9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6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279652"/>
            <a:ext cx="157734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119285"/>
            <a:ext cx="157734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1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486834"/>
            <a:ext cx="157734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241551"/>
            <a:ext cx="773668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340100"/>
            <a:ext cx="773668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241551"/>
            <a:ext cx="777478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340100"/>
            <a:ext cx="777478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42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2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70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316567"/>
            <a:ext cx="92583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7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316567"/>
            <a:ext cx="92583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1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486834"/>
            <a:ext cx="394335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486834"/>
            <a:ext cx="1160145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5A71-C8BC-4D73-B93C-2CD73B8A76D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2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486834"/>
            <a:ext cx="157734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434167"/>
            <a:ext cx="157734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75A71-C8BC-4D73-B93C-2CD73B8A76D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475134"/>
            <a:ext cx="6172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A1822-7F2F-4CD4-9A71-2507AF241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9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jpg"/><Relationship Id="rId15" Type="http://schemas.openxmlformats.org/officeDocument/2006/relationships/image" Target="../media/image58.jpeg"/><Relationship Id="rId10" Type="http://schemas.openxmlformats.org/officeDocument/2006/relationships/image" Target="../media/image53.png"/><Relationship Id="rId4" Type="http://schemas.openxmlformats.org/officeDocument/2006/relationships/image" Target="../media/image47.sv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jpe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68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7.png"/><Relationship Id="rId5" Type="http://schemas.openxmlformats.org/officeDocument/2006/relationships/image" Target="../media/image63.png"/><Relationship Id="rId10" Type="http://schemas.openxmlformats.org/officeDocument/2006/relationships/image" Target="../media/image66.png"/><Relationship Id="rId4" Type="http://schemas.openxmlformats.org/officeDocument/2006/relationships/image" Target="../media/image62.png"/><Relationship Id="rId9" Type="http://schemas.openxmlformats.org/officeDocument/2006/relationships/image" Target="../media/image79.png"/><Relationship Id="rId14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3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88.PNG"/><Relationship Id="rId21" Type="http://schemas.openxmlformats.org/officeDocument/2006/relationships/image" Target="../media/image103.png"/><Relationship Id="rId7" Type="http://schemas.openxmlformats.org/officeDocument/2006/relationships/image" Target="../media/image92.PNG"/><Relationship Id="rId12" Type="http://schemas.openxmlformats.org/officeDocument/2006/relationships/image" Target="../media/image31.png"/><Relationship Id="rId17" Type="http://schemas.openxmlformats.org/officeDocument/2006/relationships/image" Target="../media/image9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29.png"/><Relationship Id="rId5" Type="http://schemas.openxmlformats.org/officeDocument/2006/relationships/image" Target="../media/image90.PNG"/><Relationship Id="rId15" Type="http://schemas.openxmlformats.org/officeDocument/2006/relationships/image" Target="../media/image97.png"/><Relationship Id="rId23" Type="http://schemas.openxmlformats.org/officeDocument/2006/relationships/image" Target="../media/image105.PNG"/><Relationship Id="rId10" Type="http://schemas.openxmlformats.org/officeDocument/2006/relationships/image" Target="../media/image32.png"/><Relationship Id="rId19" Type="http://schemas.openxmlformats.org/officeDocument/2006/relationships/image" Target="../media/image101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6.PNG"/><Relationship Id="rId22" Type="http://schemas.openxmlformats.org/officeDocument/2006/relationships/image" Target="../media/image10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30.png"/><Relationship Id="rId18" Type="http://schemas.openxmlformats.org/officeDocument/2006/relationships/image" Target="../media/image10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31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9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1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image" Target="../media/image129.png"/><Relationship Id="rId5" Type="http://schemas.openxmlformats.org/officeDocument/2006/relationships/image" Target="../media/image124.png"/><Relationship Id="rId10" Type="http://schemas.openxmlformats.org/officeDocument/2006/relationships/image" Target="../media/image60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edical model&#10;&#10;AI-generated content may be incorrect.">
            <a:extLst>
              <a:ext uri="{FF2B5EF4-FFF2-40B4-BE49-F238E27FC236}">
                <a16:creationId xmlns:a16="http://schemas.microsoft.com/office/drawing/2014/main" id="{BADF95AD-4DFF-6DB0-922A-489DEAF01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23068" cy="5288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870E18-B2AB-8416-47A4-A051DAAAE5A0}"/>
              </a:ext>
            </a:extLst>
          </p:cNvPr>
          <p:cNvSpPr txBox="1"/>
          <p:nvPr/>
        </p:nvSpPr>
        <p:spPr>
          <a:xfrm>
            <a:off x="-11868" y="-2039046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84B4E-1354-B901-0B84-2C21C7681540}"/>
              </a:ext>
            </a:extLst>
          </p:cNvPr>
          <p:cNvSpPr txBox="1"/>
          <p:nvPr/>
        </p:nvSpPr>
        <p:spPr>
          <a:xfrm>
            <a:off x="-11868" y="9144000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1</a:t>
            </a:r>
          </a:p>
        </p:txBody>
      </p:sp>
    </p:spTree>
    <p:extLst>
      <p:ext uri="{BB962C8B-B14F-4D97-AF65-F5344CB8AC3E}">
        <p14:creationId xmlns:p14="http://schemas.microsoft.com/office/powerpoint/2010/main" val="3944132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F095-3FBA-7C22-3511-4AA9A7C81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2" name="Picture 3101" descr="A diagram of a diagram&#10;&#10;AI-generated content may be incorrect.">
            <a:extLst>
              <a:ext uri="{FF2B5EF4-FFF2-40B4-BE49-F238E27FC236}">
                <a16:creationId xmlns:a16="http://schemas.microsoft.com/office/drawing/2014/main" id="{E3FB3282-5326-7CC6-880E-5091C3B8F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7" b="11681"/>
          <a:stretch>
            <a:fillRect/>
          </a:stretch>
        </p:blipFill>
        <p:spPr>
          <a:xfrm>
            <a:off x="25060" y="6332242"/>
            <a:ext cx="1998102" cy="11532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E7DA5A-AEF8-066F-A73D-11F67E9F48A1}"/>
              </a:ext>
            </a:extLst>
          </p:cNvPr>
          <p:cNvSpPr txBox="1"/>
          <p:nvPr/>
        </p:nvSpPr>
        <p:spPr>
          <a:xfrm>
            <a:off x="-11868" y="-2039046"/>
            <a:ext cx="10965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XX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750D0-042F-2F74-D4E0-A0921A6D8574}"/>
              </a:ext>
            </a:extLst>
          </p:cNvPr>
          <p:cNvSpPr txBox="1"/>
          <p:nvPr/>
        </p:nvSpPr>
        <p:spPr>
          <a:xfrm>
            <a:off x="0" y="9144000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2</a:t>
            </a:r>
          </a:p>
        </p:txBody>
      </p:sp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FB803F1-14CA-00E4-05C6-E635068E9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750" y="71721"/>
            <a:ext cx="3408385" cy="3490186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DC4F70-4304-E85F-7DBE-97BEC8E03C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" y="224554"/>
            <a:ext cx="1175953" cy="1687665"/>
          </a:xfrm>
          <a:prstGeom prst="rect">
            <a:avLst/>
          </a:prstGeom>
        </p:spPr>
      </p:pic>
      <p:pic>
        <p:nvPicPr>
          <p:cNvPr id="19" name="Picture 18" descr="A white grid with many small text&#10;&#10;AI-generated content may be incorrect.">
            <a:extLst>
              <a:ext uri="{FF2B5EF4-FFF2-40B4-BE49-F238E27FC236}">
                <a16:creationId xmlns:a16="http://schemas.microsoft.com/office/drawing/2014/main" id="{0E48028E-6DFA-0C8E-35BE-D93730A135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58" y="4374242"/>
            <a:ext cx="6733123" cy="1958000"/>
          </a:xfrm>
          <a:prstGeom prst="rect">
            <a:avLst/>
          </a:prstGeom>
        </p:spPr>
      </p:pic>
      <p:pic>
        <p:nvPicPr>
          <p:cNvPr id="21" name="Picture 20" descr="A screen shot of a chart&#10;&#10;AI-generated content may be incorrect.">
            <a:extLst>
              <a:ext uri="{FF2B5EF4-FFF2-40B4-BE49-F238E27FC236}">
                <a16:creationId xmlns:a16="http://schemas.microsoft.com/office/drawing/2014/main" id="{E2219246-D2FC-7A9C-B64D-3153FD3256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085" y="150000"/>
            <a:ext cx="3227368" cy="213677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3FA881F-E4E3-72D7-F91C-ED18346721BE}"/>
              </a:ext>
            </a:extLst>
          </p:cNvPr>
          <p:cNvSpPr txBox="1"/>
          <p:nvPr/>
        </p:nvSpPr>
        <p:spPr>
          <a:xfrm>
            <a:off x="0" y="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04A7BF-9B8D-A353-466F-754E1A177981}"/>
              </a:ext>
            </a:extLst>
          </p:cNvPr>
          <p:cNvSpPr txBox="1"/>
          <p:nvPr/>
        </p:nvSpPr>
        <p:spPr>
          <a:xfrm>
            <a:off x="4367746" y="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</a:t>
            </a:r>
          </a:p>
        </p:txBody>
      </p:sp>
      <p:pic>
        <p:nvPicPr>
          <p:cNvPr id="26" name="Picture 25" descr="A diagram of a patient's health&#10;&#10;AI-generated content may be incorrect.">
            <a:extLst>
              <a:ext uri="{FF2B5EF4-FFF2-40B4-BE49-F238E27FC236}">
                <a16:creationId xmlns:a16="http://schemas.microsoft.com/office/drawing/2014/main" id="{3B50A5C9-9F33-223E-4C8B-3D5E2F1A99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3" y="2144494"/>
            <a:ext cx="1080679" cy="771914"/>
          </a:xfrm>
          <a:prstGeom prst="rect">
            <a:avLst/>
          </a:prstGeom>
        </p:spPr>
      </p:pic>
      <p:pic>
        <p:nvPicPr>
          <p:cNvPr id="28" name="Picture 27" descr="A diagram of a patient's health&#10;&#10;AI-generated content may be incorrect.">
            <a:extLst>
              <a:ext uri="{FF2B5EF4-FFF2-40B4-BE49-F238E27FC236}">
                <a16:creationId xmlns:a16="http://schemas.microsoft.com/office/drawing/2014/main" id="{AC9BC27C-2BAE-8DB8-A573-8F1FB35305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16" y="2144494"/>
            <a:ext cx="1080679" cy="771914"/>
          </a:xfrm>
          <a:prstGeom prst="rect">
            <a:avLst/>
          </a:prstGeom>
        </p:spPr>
      </p:pic>
      <p:pic>
        <p:nvPicPr>
          <p:cNvPr id="30" name="Picture 29" descr="A diagram of a patient&#10;&#10;AI-generated content may be incorrect.">
            <a:extLst>
              <a:ext uri="{FF2B5EF4-FFF2-40B4-BE49-F238E27FC236}">
                <a16:creationId xmlns:a16="http://schemas.microsoft.com/office/drawing/2014/main" id="{335B6837-675F-8FAB-C9C4-B3A3960B78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694" y="2144494"/>
            <a:ext cx="1080679" cy="771914"/>
          </a:xfrm>
          <a:prstGeom prst="rect">
            <a:avLst/>
          </a:prstGeom>
        </p:spPr>
      </p:pic>
      <p:pic>
        <p:nvPicPr>
          <p:cNvPr id="32" name="Picture 31" descr="A diagram of a triangle with red and blue lines&#10;&#10;AI-generated content may be incorrect.">
            <a:extLst>
              <a:ext uri="{FF2B5EF4-FFF2-40B4-BE49-F238E27FC236}">
                <a16:creationId xmlns:a16="http://schemas.microsoft.com/office/drawing/2014/main" id="{91EA1FE4-DF31-E0D0-3F09-C12EDF738D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403" y="2139130"/>
            <a:ext cx="1080679" cy="771914"/>
          </a:xfrm>
          <a:prstGeom prst="rect">
            <a:avLst/>
          </a:prstGeom>
        </p:spPr>
      </p:pic>
      <p:pic>
        <p:nvPicPr>
          <p:cNvPr id="34" name="Picture 33" descr="A diagram of a diagram of a patient&#10;&#10;AI-generated content may be incorrect.">
            <a:extLst>
              <a:ext uri="{FF2B5EF4-FFF2-40B4-BE49-F238E27FC236}">
                <a16:creationId xmlns:a16="http://schemas.microsoft.com/office/drawing/2014/main" id="{99192896-1D4F-AFC3-77CB-C8AEC1F09A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781" y="2140239"/>
            <a:ext cx="1080679" cy="771914"/>
          </a:xfrm>
          <a:prstGeom prst="rect">
            <a:avLst/>
          </a:prstGeom>
        </p:spPr>
      </p:pic>
      <p:pic>
        <p:nvPicPr>
          <p:cNvPr id="36" name="Picture 35" descr="A diagram of a diagram of a patient&#10;&#10;AI-generated content may be incorrect.">
            <a:extLst>
              <a:ext uri="{FF2B5EF4-FFF2-40B4-BE49-F238E27FC236}">
                <a16:creationId xmlns:a16="http://schemas.microsoft.com/office/drawing/2014/main" id="{B62F716E-A861-38A1-26E8-F8AAE8F7A16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6255"/>
            <a:ext cx="1080679" cy="771914"/>
          </a:xfrm>
          <a:prstGeom prst="rect">
            <a:avLst/>
          </a:prstGeom>
        </p:spPr>
      </p:pic>
      <p:pic>
        <p:nvPicPr>
          <p:cNvPr id="38" name="Picture 37" descr="A diagram of a cluster of patients&#10;&#10;AI-generated content may be incorrect.">
            <a:extLst>
              <a:ext uri="{FF2B5EF4-FFF2-40B4-BE49-F238E27FC236}">
                <a16:creationId xmlns:a16="http://schemas.microsoft.com/office/drawing/2014/main" id="{6FB7B51F-4C45-6149-37E8-F095E28B73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47" y="2836255"/>
            <a:ext cx="1080679" cy="771914"/>
          </a:xfrm>
          <a:prstGeom prst="rect">
            <a:avLst/>
          </a:prstGeom>
        </p:spPr>
      </p:pic>
      <p:pic>
        <p:nvPicPr>
          <p:cNvPr id="40" name="Picture 39" descr="A diagram of a triangle with different colored lines&#10;&#10;AI-generated content may be incorrect.">
            <a:extLst>
              <a:ext uri="{FF2B5EF4-FFF2-40B4-BE49-F238E27FC236}">
                <a16:creationId xmlns:a16="http://schemas.microsoft.com/office/drawing/2014/main" id="{DF963DD5-9C3C-D736-9CD7-5796FCBD68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392" y="2830891"/>
            <a:ext cx="1080679" cy="771914"/>
          </a:xfrm>
          <a:prstGeom prst="rect">
            <a:avLst/>
          </a:prstGeom>
        </p:spPr>
      </p:pic>
      <p:pic>
        <p:nvPicPr>
          <p:cNvPr id="42" name="Picture 41" descr="A diagram of a hexagon with red and blue lines&#10;&#10;AI-generated content may be incorrect.">
            <a:extLst>
              <a:ext uri="{FF2B5EF4-FFF2-40B4-BE49-F238E27FC236}">
                <a16:creationId xmlns:a16="http://schemas.microsoft.com/office/drawing/2014/main" id="{DD3863A5-1EE6-3A6F-7255-76BF04103B0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101" y="2825527"/>
            <a:ext cx="1080679" cy="771914"/>
          </a:xfrm>
          <a:prstGeom prst="rect">
            <a:avLst/>
          </a:prstGeom>
        </p:spPr>
      </p:pic>
      <p:pic>
        <p:nvPicPr>
          <p:cNvPr id="44" name="Picture 43" descr="A diagram of a diagram&#10;&#10;AI-generated content may be incorrect.">
            <a:extLst>
              <a:ext uri="{FF2B5EF4-FFF2-40B4-BE49-F238E27FC236}">
                <a16:creationId xmlns:a16="http://schemas.microsoft.com/office/drawing/2014/main" id="{2C6F6D82-35BD-0C71-93A3-C1305B22728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780" y="2836255"/>
            <a:ext cx="1080679" cy="771914"/>
          </a:xfrm>
          <a:prstGeom prst="rect">
            <a:avLst/>
          </a:prstGeom>
        </p:spPr>
      </p:pic>
      <p:pic>
        <p:nvPicPr>
          <p:cNvPr id="46" name="Picture 45" descr="A diagram of a patient's health&#10;&#10;AI-generated content may be incorrect.">
            <a:extLst>
              <a:ext uri="{FF2B5EF4-FFF2-40B4-BE49-F238E27FC236}">
                <a16:creationId xmlns:a16="http://schemas.microsoft.com/office/drawing/2014/main" id="{B332AC9B-302B-ED38-E33A-396FFF922D7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2" y="3553198"/>
            <a:ext cx="1080679" cy="771914"/>
          </a:xfrm>
          <a:prstGeom prst="rect">
            <a:avLst/>
          </a:prstGeom>
        </p:spPr>
      </p:pic>
      <p:pic>
        <p:nvPicPr>
          <p:cNvPr id="48" name="Picture 47" descr="A diagram of a diagram of a patient&#10;&#10;AI-generated content may be incorrect.">
            <a:extLst>
              <a:ext uri="{FF2B5EF4-FFF2-40B4-BE49-F238E27FC236}">
                <a16:creationId xmlns:a16="http://schemas.microsoft.com/office/drawing/2014/main" id="{91A11E26-122C-A12B-AB3C-D10D27FC0EB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46" y="3547834"/>
            <a:ext cx="1080679" cy="771914"/>
          </a:xfrm>
          <a:prstGeom prst="rect">
            <a:avLst/>
          </a:prstGeom>
        </p:spPr>
      </p:pic>
      <p:pic>
        <p:nvPicPr>
          <p:cNvPr id="50" name="Picture 49" descr="A diagram of a patient&#10;&#10;AI-generated content may be incorrect.">
            <a:extLst>
              <a:ext uri="{FF2B5EF4-FFF2-40B4-BE49-F238E27FC236}">
                <a16:creationId xmlns:a16="http://schemas.microsoft.com/office/drawing/2014/main" id="{9E2DF641-1519-0E4A-6A04-64937AD7F10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392" y="3541029"/>
            <a:ext cx="1080679" cy="771914"/>
          </a:xfrm>
          <a:prstGeom prst="rect">
            <a:avLst/>
          </a:prstGeom>
        </p:spPr>
      </p:pic>
      <p:pic>
        <p:nvPicPr>
          <p:cNvPr id="52" name="Picture 51" descr="A diagram of a triangle with red lines&#10;&#10;AI-generated content may be incorrect.">
            <a:extLst>
              <a:ext uri="{FF2B5EF4-FFF2-40B4-BE49-F238E27FC236}">
                <a16:creationId xmlns:a16="http://schemas.microsoft.com/office/drawing/2014/main" id="{B34F6BB6-16B1-C570-6102-153AA973A43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161" y="3541029"/>
            <a:ext cx="1080679" cy="771914"/>
          </a:xfrm>
          <a:prstGeom prst="rect">
            <a:avLst/>
          </a:prstGeom>
        </p:spPr>
      </p:pic>
      <p:pic>
        <p:nvPicPr>
          <p:cNvPr id="54" name="Picture 53" descr="A diagram of a triangle with text&#10;&#10;AI-generated content may be incorrect.">
            <a:extLst>
              <a:ext uri="{FF2B5EF4-FFF2-40B4-BE49-F238E27FC236}">
                <a16:creationId xmlns:a16="http://schemas.microsoft.com/office/drawing/2014/main" id="{CAAFDC0B-44E1-5E7D-68CD-D895907E480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990" y="3541029"/>
            <a:ext cx="1080679" cy="771914"/>
          </a:xfrm>
          <a:prstGeom prst="rect">
            <a:avLst/>
          </a:prstGeom>
        </p:spPr>
      </p:pic>
      <p:pic>
        <p:nvPicPr>
          <p:cNvPr id="56" name="Picture 55" descr="A diagram of a disease&#10;&#10;AI-generated content may be incorrect.">
            <a:extLst>
              <a:ext uri="{FF2B5EF4-FFF2-40B4-BE49-F238E27FC236}">
                <a16:creationId xmlns:a16="http://schemas.microsoft.com/office/drawing/2014/main" id="{C96533EF-BCF7-858B-6E09-DD5BFABE592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355" y="3547834"/>
            <a:ext cx="1080679" cy="77191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2C18EBC-0E59-ED0F-2D8F-594EA1CD22F3}"/>
              </a:ext>
            </a:extLst>
          </p:cNvPr>
          <p:cNvSpPr txBox="1"/>
          <p:nvPr/>
        </p:nvSpPr>
        <p:spPr>
          <a:xfrm>
            <a:off x="-42587" y="210210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BB3290-36C2-6BC1-A812-92BAFD5A9A10}"/>
              </a:ext>
            </a:extLst>
          </p:cNvPr>
          <p:cNvSpPr txBox="1"/>
          <p:nvPr/>
        </p:nvSpPr>
        <p:spPr>
          <a:xfrm>
            <a:off x="-2604" y="422724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d)</a:t>
            </a:r>
          </a:p>
        </p:txBody>
      </p:sp>
      <p:sp>
        <p:nvSpPr>
          <p:cNvPr id="3073" name="TextBox 3072">
            <a:extLst>
              <a:ext uri="{FF2B5EF4-FFF2-40B4-BE49-F238E27FC236}">
                <a16:creationId xmlns:a16="http://schemas.microsoft.com/office/drawing/2014/main" id="{DFACB51E-B52E-A749-8824-80BFAE14DD4C}"/>
              </a:ext>
            </a:extLst>
          </p:cNvPr>
          <p:cNvSpPr txBox="1"/>
          <p:nvPr/>
        </p:nvSpPr>
        <p:spPr>
          <a:xfrm>
            <a:off x="9398" y="626720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e)</a:t>
            </a:r>
          </a:p>
        </p:txBody>
      </p:sp>
      <p:pic>
        <p:nvPicPr>
          <p:cNvPr id="13" name="Picture 12" descr="A close up of a sign&#10;&#10;AI-generated content may be incorrect.">
            <a:extLst>
              <a:ext uri="{FF2B5EF4-FFF2-40B4-BE49-F238E27FC236}">
                <a16:creationId xmlns:a16="http://schemas.microsoft.com/office/drawing/2014/main" id="{73EB74CD-5FBC-CEEB-939A-434440D7B0E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346" y="3784462"/>
            <a:ext cx="642056" cy="314971"/>
          </a:xfrm>
          <a:prstGeom prst="rect">
            <a:avLst/>
          </a:prstGeom>
        </p:spPr>
      </p:pic>
      <p:pic>
        <p:nvPicPr>
          <p:cNvPr id="3077" name="Picture 3076">
            <a:extLst>
              <a:ext uri="{FF2B5EF4-FFF2-40B4-BE49-F238E27FC236}">
                <a16:creationId xmlns:a16="http://schemas.microsoft.com/office/drawing/2014/main" id="{DB569BB7-E261-E6C5-342A-B44729857DA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105630" y="6868508"/>
            <a:ext cx="2419793" cy="1197746"/>
          </a:xfrm>
          <a:prstGeom prst="rect">
            <a:avLst/>
          </a:prstGeom>
        </p:spPr>
      </p:pic>
      <p:sp>
        <p:nvSpPr>
          <p:cNvPr id="3078" name="Rectangle 3077">
            <a:extLst>
              <a:ext uri="{FF2B5EF4-FFF2-40B4-BE49-F238E27FC236}">
                <a16:creationId xmlns:a16="http://schemas.microsoft.com/office/drawing/2014/main" id="{7F187F52-9A34-DD78-4160-7EC357B5F689}"/>
              </a:ext>
            </a:extLst>
          </p:cNvPr>
          <p:cNvSpPr/>
          <p:nvPr/>
        </p:nvSpPr>
        <p:spPr>
          <a:xfrm>
            <a:off x="5267740" y="421420"/>
            <a:ext cx="234562" cy="34986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0" name="Rectangle 3079">
            <a:extLst>
              <a:ext uri="{FF2B5EF4-FFF2-40B4-BE49-F238E27FC236}">
                <a16:creationId xmlns:a16="http://schemas.microsoft.com/office/drawing/2014/main" id="{32E862E1-2822-302B-8475-5E0A902177C4}"/>
              </a:ext>
            </a:extLst>
          </p:cNvPr>
          <p:cNvSpPr/>
          <p:nvPr/>
        </p:nvSpPr>
        <p:spPr>
          <a:xfrm>
            <a:off x="5542037" y="421420"/>
            <a:ext cx="234562" cy="34986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018702F9-34DC-6F18-B4AA-78164ACC0517}"/>
              </a:ext>
            </a:extLst>
          </p:cNvPr>
          <p:cNvSpPr/>
          <p:nvPr/>
        </p:nvSpPr>
        <p:spPr>
          <a:xfrm>
            <a:off x="5900804" y="421420"/>
            <a:ext cx="130088" cy="349860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29F8D1DE-411D-7D82-5E46-346676668DBF}"/>
              </a:ext>
            </a:extLst>
          </p:cNvPr>
          <p:cNvSpPr/>
          <p:nvPr/>
        </p:nvSpPr>
        <p:spPr>
          <a:xfrm>
            <a:off x="6079881" y="421420"/>
            <a:ext cx="130088" cy="349860"/>
          </a:xfrm>
          <a:prstGeom prst="rect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710C7490-DB84-876E-DF0A-E345FB732CEF}"/>
              </a:ext>
            </a:extLst>
          </p:cNvPr>
          <p:cNvSpPr/>
          <p:nvPr/>
        </p:nvSpPr>
        <p:spPr>
          <a:xfrm>
            <a:off x="6253540" y="421420"/>
            <a:ext cx="130088" cy="34986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5" name="Picture 3084" descr="A list of different colored squares&#10;&#10;AI-generated content may be incorrect.">
            <a:extLst>
              <a:ext uri="{FF2B5EF4-FFF2-40B4-BE49-F238E27FC236}">
                <a16:creationId xmlns:a16="http://schemas.microsoft.com/office/drawing/2014/main" id="{F680D9C9-3F58-26F6-B64F-F5AC3935D60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101" y="71721"/>
            <a:ext cx="898226" cy="769908"/>
          </a:xfrm>
          <a:prstGeom prst="rect">
            <a:avLst/>
          </a:prstGeom>
        </p:spPr>
      </p:pic>
      <p:sp>
        <p:nvSpPr>
          <p:cNvPr id="3086" name="Rectangle 3085">
            <a:extLst>
              <a:ext uri="{FF2B5EF4-FFF2-40B4-BE49-F238E27FC236}">
                <a16:creationId xmlns:a16="http://schemas.microsoft.com/office/drawing/2014/main" id="{DA581D63-7349-A32C-126D-CAD327D12121}"/>
              </a:ext>
            </a:extLst>
          </p:cNvPr>
          <p:cNvSpPr/>
          <p:nvPr/>
        </p:nvSpPr>
        <p:spPr>
          <a:xfrm>
            <a:off x="5176137" y="421420"/>
            <a:ext cx="62811" cy="349860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718219BA-8EC4-EEA7-AF8B-4F9F156C38F3}"/>
              </a:ext>
            </a:extLst>
          </p:cNvPr>
          <p:cNvSpPr/>
          <p:nvPr/>
        </p:nvSpPr>
        <p:spPr>
          <a:xfrm>
            <a:off x="6425301" y="421420"/>
            <a:ext cx="62811" cy="349860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4B81063F-45AE-3458-9B93-AF4CE4C8ED9C}"/>
              </a:ext>
            </a:extLst>
          </p:cNvPr>
          <p:cNvSpPr/>
          <p:nvPr/>
        </p:nvSpPr>
        <p:spPr>
          <a:xfrm>
            <a:off x="6512068" y="421420"/>
            <a:ext cx="62811" cy="34986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449C37A1-BBC8-6861-CA42-65265E052189}"/>
              </a:ext>
            </a:extLst>
          </p:cNvPr>
          <p:cNvSpPr/>
          <p:nvPr/>
        </p:nvSpPr>
        <p:spPr>
          <a:xfrm>
            <a:off x="5807296" y="421420"/>
            <a:ext cx="62811" cy="349860"/>
          </a:xfrm>
          <a:prstGeom prst="rect">
            <a:avLst/>
          </a:prstGeom>
          <a:noFill/>
          <a:ln w="127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TextBox 3089">
            <a:extLst>
              <a:ext uri="{FF2B5EF4-FFF2-40B4-BE49-F238E27FC236}">
                <a16:creationId xmlns:a16="http://schemas.microsoft.com/office/drawing/2014/main" id="{B18497FA-C813-1BF4-8142-50C5F13D45CB}"/>
              </a:ext>
            </a:extLst>
          </p:cNvPr>
          <p:cNvSpPr txBox="1"/>
          <p:nvPr/>
        </p:nvSpPr>
        <p:spPr>
          <a:xfrm>
            <a:off x="5083327" y="69630"/>
            <a:ext cx="1842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	               Endotypes 0-8</a:t>
            </a:r>
          </a:p>
          <a:p>
            <a:r>
              <a:rPr lang="en-US" sz="1000" dirty="0">
                <a:solidFill>
                  <a:srgbClr val="FF0000"/>
                </a:solidFill>
              </a:rPr>
              <a:t>8     4       5    6   3    2    1   0 7</a:t>
            </a:r>
          </a:p>
        </p:txBody>
      </p:sp>
      <p:pic>
        <p:nvPicPr>
          <p:cNvPr id="3104" name="Picture 3103" descr="A diagram of a diagram of a triangle&#10;&#10;AI-generated content may be incorrect.">
            <a:extLst>
              <a:ext uri="{FF2B5EF4-FFF2-40B4-BE49-F238E27FC236}">
                <a16:creationId xmlns:a16="http://schemas.microsoft.com/office/drawing/2014/main" id="{63C6272B-64D1-8CCF-DE40-919E0BA6B11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7" b="10182"/>
          <a:stretch>
            <a:fillRect/>
          </a:stretch>
        </p:blipFill>
        <p:spPr>
          <a:xfrm>
            <a:off x="19704" y="7489645"/>
            <a:ext cx="1998102" cy="1153219"/>
          </a:xfrm>
          <a:prstGeom prst="rect">
            <a:avLst/>
          </a:prstGeom>
        </p:spPr>
      </p:pic>
      <p:pic>
        <p:nvPicPr>
          <p:cNvPr id="3106" name="Picture 3105" descr="A diagram of a concentric circle&#10;&#10;AI-generated content may be incorrect.">
            <a:extLst>
              <a:ext uri="{FF2B5EF4-FFF2-40B4-BE49-F238E27FC236}">
                <a16:creationId xmlns:a16="http://schemas.microsoft.com/office/drawing/2014/main" id="{20A4F705-E30E-F601-315A-50FA30B4635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3" b="9424"/>
          <a:stretch>
            <a:fillRect/>
          </a:stretch>
        </p:blipFill>
        <p:spPr>
          <a:xfrm>
            <a:off x="4146823" y="6332242"/>
            <a:ext cx="1998102" cy="1153220"/>
          </a:xfrm>
          <a:prstGeom prst="rect">
            <a:avLst/>
          </a:prstGeom>
        </p:spPr>
      </p:pic>
      <p:pic>
        <p:nvPicPr>
          <p:cNvPr id="3108" name="Picture 3107" descr="A diagram of a diagram&#10;&#10;AI-generated content may be incorrect.">
            <a:extLst>
              <a:ext uri="{FF2B5EF4-FFF2-40B4-BE49-F238E27FC236}">
                <a16:creationId xmlns:a16="http://schemas.microsoft.com/office/drawing/2014/main" id="{49F71F14-366E-1CFF-21CE-A1FB33FBF51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7" b="11067"/>
          <a:stretch>
            <a:fillRect/>
          </a:stretch>
        </p:blipFill>
        <p:spPr>
          <a:xfrm>
            <a:off x="4146476" y="7484743"/>
            <a:ext cx="1998102" cy="1158121"/>
          </a:xfrm>
          <a:prstGeom prst="rect">
            <a:avLst/>
          </a:prstGeom>
        </p:spPr>
      </p:pic>
      <p:pic>
        <p:nvPicPr>
          <p:cNvPr id="3110" name="Picture 3109" descr="A graph of a disease&#10;&#10;AI-generated content may be incorrect.">
            <a:extLst>
              <a:ext uri="{FF2B5EF4-FFF2-40B4-BE49-F238E27FC236}">
                <a16:creationId xmlns:a16="http://schemas.microsoft.com/office/drawing/2014/main" id="{228FC047-EB7D-70F6-3807-5C9955B819F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925" y="7479123"/>
            <a:ext cx="2038048" cy="1158121"/>
          </a:xfrm>
          <a:prstGeom prst="rect">
            <a:avLst/>
          </a:prstGeom>
        </p:spPr>
      </p:pic>
      <p:pic>
        <p:nvPicPr>
          <p:cNvPr id="3112" name="Picture 3111" descr="A graph of diabetes&#10;&#10;AI-generated content may be incorrect.">
            <a:extLst>
              <a:ext uri="{FF2B5EF4-FFF2-40B4-BE49-F238E27FC236}">
                <a16:creationId xmlns:a16="http://schemas.microsoft.com/office/drawing/2014/main" id="{A62EAEE5-8AA8-5B75-3DBF-1D096C03C2E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694" y="7487806"/>
            <a:ext cx="2039273" cy="1156896"/>
          </a:xfrm>
          <a:prstGeom prst="rect">
            <a:avLst/>
          </a:prstGeom>
        </p:spPr>
      </p:pic>
      <p:pic>
        <p:nvPicPr>
          <p:cNvPr id="3114" name="Picture 3113" descr="A graph with blue and green bars&#10;&#10;AI-generated content may be incorrect.">
            <a:extLst>
              <a:ext uri="{FF2B5EF4-FFF2-40B4-BE49-F238E27FC236}">
                <a16:creationId xmlns:a16="http://schemas.microsoft.com/office/drawing/2014/main" id="{0B729B4D-9A71-85D2-CF90-7E3095FD325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566" y="6326622"/>
            <a:ext cx="2025793" cy="1158121"/>
          </a:xfrm>
          <a:prstGeom prst="rect">
            <a:avLst/>
          </a:prstGeom>
        </p:spPr>
      </p:pic>
      <p:pic>
        <p:nvPicPr>
          <p:cNvPr id="3116" name="Picture 3115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7C3479A5-E288-8DD6-4E4D-12055CC416D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392" y="6332242"/>
            <a:ext cx="2042950" cy="1153219"/>
          </a:xfrm>
          <a:prstGeom prst="rect">
            <a:avLst/>
          </a:prstGeom>
        </p:spPr>
      </p:pic>
      <p:pic>
        <p:nvPicPr>
          <p:cNvPr id="15" name="Picture 14" descr="A close up of a chart&#10;&#10;AI-generated content may be incorrect.">
            <a:extLst>
              <a:ext uri="{FF2B5EF4-FFF2-40B4-BE49-F238E27FC236}">
                <a16:creationId xmlns:a16="http://schemas.microsoft.com/office/drawing/2014/main" id="{D4B4E776-4660-25F5-9DE4-E7C74B06051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200" y="7530236"/>
            <a:ext cx="787546" cy="504030"/>
          </a:xfrm>
          <a:prstGeom prst="rect">
            <a:avLst/>
          </a:prstGeom>
        </p:spPr>
      </p:pic>
      <p:sp>
        <p:nvSpPr>
          <p:cNvPr id="3117" name="Rectangle 3116">
            <a:extLst>
              <a:ext uri="{FF2B5EF4-FFF2-40B4-BE49-F238E27FC236}">
                <a16:creationId xmlns:a16="http://schemas.microsoft.com/office/drawing/2014/main" id="{89070BBF-FEF6-B1D4-78F0-6DAB5AEAAB8F}"/>
              </a:ext>
            </a:extLst>
          </p:cNvPr>
          <p:cNvSpPr/>
          <p:nvPr/>
        </p:nvSpPr>
        <p:spPr>
          <a:xfrm>
            <a:off x="2683435" y="6562165"/>
            <a:ext cx="107576" cy="8845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8" name="Rectangle 3117">
            <a:extLst>
              <a:ext uri="{FF2B5EF4-FFF2-40B4-BE49-F238E27FC236}">
                <a16:creationId xmlns:a16="http://schemas.microsoft.com/office/drawing/2014/main" id="{FB5A17BA-5A75-CD26-5BE0-18D6499E41BC}"/>
              </a:ext>
            </a:extLst>
          </p:cNvPr>
          <p:cNvSpPr/>
          <p:nvPr/>
        </p:nvSpPr>
        <p:spPr>
          <a:xfrm>
            <a:off x="2791011" y="7676604"/>
            <a:ext cx="107576" cy="960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9" name="Rectangle 3118">
            <a:extLst>
              <a:ext uri="{FF2B5EF4-FFF2-40B4-BE49-F238E27FC236}">
                <a16:creationId xmlns:a16="http://schemas.microsoft.com/office/drawing/2014/main" id="{4EA7528A-80E9-83B1-7239-B88E0F0A32BF}"/>
              </a:ext>
            </a:extLst>
          </p:cNvPr>
          <p:cNvSpPr/>
          <p:nvPr/>
        </p:nvSpPr>
        <p:spPr>
          <a:xfrm>
            <a:off x="7329238" y="6562165"/>
            <a:ext cx="107576" cy="8845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0" name="Rectangle 3119">
            <a:extLst>
              <a:ext uri="{FF2B5EF4-FFF2-40B4-BE49-F238E27FC236}">
                <a16:creationId xmlns:a16="http://schemas.microsoft.com/office/drawing/2014/main" id="{DAED1900-133D-DB0F-663B-2C74F97FEE9E}"/>
              </a:ext>
            </a:extLst>
          </p:cNvPr>
          <p:cNvSpPr/>
          <p:nvPr/>
        </p:nvSpPr>
        <p:spPr>
          <a:xfrm>
            <a:off x="7670775" y="7811246"/>
            <a:ext cx="113552" cy="8203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FABD7F-2C86-F657-2B3B-DF941ED85CB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82973" y="2665141"/>
            <a:ext cx="88201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48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5A51F98F-60E8-B258-3682-C8056163B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7365"/>
          <a:stretch>
            <a:fillRect/>
          </a:stretch>
        </p:blipFill>
        <p:spPr>
          <a:xfrm>
            <a:off x="42818" y="4436349"/>
            <a:ext cx="4519828" cy="267799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BC67DD7-4E38-47F6-6BEB-2585FD5774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18041"/>
          <a:stretch>
            <a:fillRect/>
          </a:stretch>
        </p:blipFill>
        <p:spPr>
          <a:xfrm>
            <a:off x="4620014" y="4429663"/>
            <a:ext cx="4397649" cy="2674746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A052016-49CC-D718-9414-56899BFEA1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106"/>
            <a:ext cx="4068463" cy="4174243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F7F774E-C832-0321-66BE-11514B965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302707"/>
              </p:ext>
            </p:extLst>
          </p:nvPr>
        </p:nvGraphicFramePr>
        <p:xfrm>
          <a:off x="16773160" y="6172535"/>
          <a:ext cx="1291392" cy="21945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45696">
                  <a:extLst>
                    <a:ext uri="{9D8B030D-6E8A-4147-A177-3AD203B41FA5}">
                      <a16:colId xmlns:a16="http://schemas.microsoft.com/office/drawing/2014/main" val="2564542787"/>
                    </a:ext>
                  </a:extLst>
                </a:gridCol>
                <a:gridCol w="645696">
                  <a:extLst>
                    <a:ext uri="{9D8B030D-6E8A-4147-A177-3AD203B41FA5}">
                      <a16:colId xmlns:a16="http://schemas.microsoft.com/office/drawing/2014/main" val="3919806456"/>
                    </a:ext>
                  </a:extLst>
                </a:gridCol>
              </a:tblGrid>
              <a:tr h="109623"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Number of Emory Patients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725227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921084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329454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636726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47104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885662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195580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85274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089382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C9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600542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41452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38090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470635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456845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197951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675537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30510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Total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60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4848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8C27A7-B841-E129-094E-6A756BB50605}"/>
              </a:ext>
            </a:extLst>
          </p:cNvPr>
          <p:cNvSpPr txBox="1"/>
          <p:nvPr/>
        </p:nvSpPr>
        <p:spPr>
          <a:xfrm>
            <a:off x="0" y="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</a:t>
            </a:r>
          </a:p>
        </p:txBody>
      </p:sp>
      <p:pic>
        <p:nvPicPr>
          <p:cNvPr id="11" name="Picture 10" descr="A graph of a function&#10;&#10;AI-generated content may be incorrect.">
            <a:extLst>
              <a:ext uri="{FF2B5EF4-FFF2-40B4-BE49-F238E27FC236}">
                <a16:creationId xmlns:a16="http://schemas.microsoft.com/office/drawing/2014/main" id="{F40AD039-C8E1-2039-2AC9-CEA4535644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5" r="20833" b="13309"/>
          <a:stretch>
            <a:fillRect/>
          </a:stretch>
        </p:blipFill>
        <p:spPr>
          <a:xfrm>
            <a:off x="7652924" y="15575"/>
            <a:ext cx="2356469" cy="2144151"/>
          </a:xfrm>
          <a:prstGeom prst="rect">
            <a:avLst/>
          </a:prstGeom>
        </p:spPr>
      </p:pic>
      <p:pic>
        <p:nvPicPr>
          <p:cNvPr id="13" name="Picture 12" descr="A graph of a function&#10;&#10;AI-generated content may be incorrect.">
            <a:extLst>
              <a:ext uri="{FF2B5EF4-FFF2-40B4-BE49-F238E27FC236}">
                <a16:creationId xmlns:a16="http://schemas.microsoft.com/office/drawing/2014/main" id="{F7770CE7-F2CB-0759-7005-D619A24257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5" r="20727" b="12434"/>
          <a:stretch>
            <a:fillRect/>
          </a:stretch>
        </p:blipFill>
        <p:spPr>
          <a:xfrm>
            <a:off x="7659538" y="2288929"/>
            <a:ext cx="2315019" cy="21407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2FB0CF-91B1-8299-CD1E-EE9297D53F87}"/>
              </a:ext>
            </a:extLst>
          </p:cNvPr>
          <p:cNvSpPr txBox="1"/>
          <p:nvPr/>
        </p:nvSpPr>
        <p:spPr>
          <a:xfrm>
            <a:off x="7549599" y="1557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C3A5E3-CDAB-710F-30CE-FCC1935CF5CD}"/>
              </a:ext>
            </a:extLst>
          </p:cNvPr>
          <p:cNvSpPr txBox="1"/>
          <p:nvPr/>
        </p:nvSpPr>
        <p:spPr>
          <a:xfrm>
            <a:off x="7533367" y="226860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CFFED3-6360-1C55-50B1-C233546AD170}"/>
              </a:ext>
            </a:extLst>
          </p:cNvPr>
          <p:cNvSpPr txBox="1"/>
          <p:nvPr/>
        </p:nvSpPr>
        <p:spPr>
          <a:xfrm>
            <a:off x="26127" y="4371641"/>
            <a:ext cx="325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825F58-E843-0DB5-EBF7-D9ECD6EEB2C8}"/>
              </a:ext>
            </a:extLst>
          </p:cNvPr>
          <p:cNvSpPr txBox="1"/>
          <p:nvPr/>
        </p:nvSpPr>
        <p:spPr>
          <a:xfrm>
            <a:off x="4591330" y="4371641"/>
            <a:ext cx="366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g)</a:t>
            </a:r>
          </a:p>
        </p:txBody>
      </p:sp>
      <p:pic>
        <p:nvPicPr>
          <p:cNvPr id="24" name="Picture 23" descr="A graph with red and green dots&#10;&#10;AI-generated content may be incorrect.">
            <a:extLst>
              <a:ext uri="{FF2B5EF4-FFF2-40B4-BE49-F238E27FC236}">
                <a16:creationId xmlns:a16="http://schemas.microsoft.com/office/drawing/2014/main" id="{8884D1E1-CE1A-3D80-F7AE-20C27CEF33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16" t="39200" r="36817" b="43661"/>
          <a:stretch>
            <a:fillRect/>
          </a:stretch>
        </p:blipFill>
        <p:spPr>
          <a:xfrm>
            <a:off x="6138988" y="95534"/>
            <a:ext cx="750629" cy="43672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4581211-6EAC-4B47-48A7-7A3787B75746}"/>
              </a:ext>
            </a:extLst>
          </p:cNvPr>
          <p:cNvSpPr txBox="1"/>
          <p:nvPr/>
        </p:nvSpPr>
        <p:spPr>
          <a:xfrm>
            <a:off x="-11868" y="-2039046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DF1877-A51D-DE82-620F-0735750607C3}"/>
              </a:ext>
            </a:extLst>
          </p:cNvPr>
          <p:cNvSpPr txBox="1"/>
          <p:nvPr/>
        </p:nvSpPr>
        <p:spPr>
          <a:xfrm>
            <a:off x="-15545" y="9144000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2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DDB41E7F-7DDD-19CC-9695-24FA5F54E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926" y="15575"/>
            <a:ext cx="3550474" cy="235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4AB4D1-CC91-06D2-7569-D276A415E2FA}"/>
              </a:ext>
            </a:extLst>
          </p:cNvPr>
          <p:cNvSpPr txBox="1"/>
          <p:nvPr/>
        </p:nvSpPr>
        <p:spPr>
          <a:xfrm>
            <a:off x="3631499" y="-889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</a:t>
            </a:r>
          </a:p>
        </p:txBody>
      </p:sp>
      <p:pic>
        <p:nvPicPr>
          <p:cNvPr id="19" name="Picture 18" descr="A graph with yellow dots&#10;&#10;AI-generated content may be incorrect.">
            <a:extLst>
              <a:ext uri="{FF2B5EF4-FFF2-40B4-BE49-F238E27FC236}">
                <a16:creationId xmlns:a16="http://schemas.microsoft.com/office/drawing/2014/main" id="{A658C9C0-BF33-14F4-9330-5F2DD3CC0D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644" y="2468914"/>
            <a:ext cx="3440135" cy="13720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E9A764-36F5-30CB-8A53-5266CE26E38B}"/>
              </a:ext>
            </a:extLst>
          </p:cNvPr>
          <p:cNvSpPr txBox="1"/>
          <p:nvPr/>
        </p:nvSpPr>
        <p:spPr>
          <a:xfrm>
            <a:off x="3901466" y="240840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c)</a:t>
            </a:r>
          </a:p>
        </p:txBody>
      </p:sp>
      <p:pic>
        <p:nvPicPr>
          <p:cNvPr id="2" name="Picture 28">
            <a:extLst>
              <a:ext uri="{FF2B5EF4-FFF2-40B4-BE49-F238E27FC236}">
                <a16:creationId xmlns:a16="http://schemas.microsoft.com/office/drawing/2014/main" id="{92DAF9CC-462C-DB1C-4B95-3ED0083D7A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35" t="37525" r="37782" b="38331"/>
          <a:stretch>
            <a:fillRect/>
          </a:stretch>
        </p:blipFill>
        <p:spPr bwMode="auto">
          <a:xfrm>
            <a:off x="3824105" y="3846285"/>
            <a:ext cx="709857" cy="542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921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AE56FC80-550E-EAC5-D0E6-FE48B1E2D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491" y="45509"/>
            <a:ext cx="4425224" cy="4535855"/>
          </a:xfrm>
          <a:prstGeom prst="rect">
            <a:avLst/>
          </a:prstGeom>
        </p:spPr>
      </p:pic>
      <p:pic>
        <p:nvPicPr>
          <p:cNvPr id="2" name="image8.jpg">
            <a:extLst>
              <a:ext uri="{FF2B5EF4-FFF2-40B4-BE49-F238E27FC236}">
                <a16:creationId xmlns:a16="http://schemas.microsoft.com/office/drawing/2014/main" id="{B44B88A3-ED9B-E829-8519-11B90529052F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53" t="63305" r="-2"/>
          <a:stretch>
            <a:fillRect/>
          </a:stretch>
        </p:blipFill>
        <p:spPr>
          <a:xfrm>
            <a:off x="5385064" y="5684037"/>
            <a:ext cx="4107265" cy="2345267"/>
          </a:xfrm>
          <a:prstGeom prst="rect">
            <a:avLst/>
          </a:prstGeom>
          <a:ln/>
        </p:spPr>
      </p:pic>
      <p:pic>
        <p:nvPicPr>
          <p:cNvPr id="15" name="Picture 14" descr="A diagram of a patient's health&#10;&#10;AI-generated content may be incorrect.">
            <a:extLst>
              <a:ext uri="{FF2B5EF4-FFF2-40B4-BE49-F238E27FC236}">
                <a16:creationId xmlns:a16="http://schemas.microsoft.com/office/drawing/2014/main" id="{C010E550-06C1-A46C-FDE0-D9F755926A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2" t="9121" r="15161" b="11154"/>
          <a:stretch>
            <a:fillRect/>
          </a:stretch>
        </p:blipFill>
        <p:spPr>
          <a:xfrm>
            <a:off x="9476246" y="1576754"/>
            <a:ext cx="2116789" cy="1624860"/>
          </a:xfrm>
          <a:prstGeom prst="rect">
            <a:avLst/>
          </a:prstGeom>
        </p:spPr>
      </p:pic>
      <p:pic>
        <p:nvPicPr>
          <p:cNvPr id="7" name="Picture 6" descr="A graph with yellow dots&#10;&#10;AI-generated content may be incorrect.">
            <a:extLst>
              <a:ext uri="{FF2B5EF4-FFF2-40B4-BE49-F238E27FC236}">
                <a16:creationId xmlns:a16="http://schemas.microsoft.com/office/drawing/2014/main" id="{47206E84-9403-2F18-A192-BD95B0B676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343" y="3120759"/>
            <a:ext cx="6281940" cy="2505461"/>
          </a:xfrm>
          <a:prstGeom prst="rect">
            <a:avLst/>
          </a:prstGeom>
        </p:spPr>
      </p:pic>
      <p:pic>
        <p:nvPicPr>
          <p:cNvPr id="11" name="Picture 10" descr="A diagram of a hexagon with red and blue lines&#10;&#10;AI-generated content may be incorrect.">
            <a:extLst>
              <a:ext uri="{FF2B5EF4-FFF2-40B4-BE49-F238E27FC236}">
                <a16:creationId xmlns:a16="http://schemas.microsoft.com/office/drawing/2014/main" id="{6EBFE671-338A-5ACB-18B1-CB543FEC08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4" t="8265" r="5175" b="12009"/>
          <a:stretch>
            <a:fillRect/>
          </a:stretch>
        </p:blipFill>
        <p:spPr>
          <a:xfrm>
            <a:off x="9226553" y="-2731"/>
            <a:ext cx="2616176" cy="1624860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E5B74AAE-027D-2545-25BE-82E79C0E5FCF}"/>
              </a:ext>
            </a:extLst>
          </p:cNvPr>
          <p:cNvGrpSpPr/>
          <p:nvPr/>
        </p:nvGrpSpPr>
        <p:grpSpPr>
          <a:xfrm>
            <a:off x="9265658" y="5698349"/>
            <a:ext cx="2769588" cy="1933850"/>
            <a:chOff x="9457509" y="72886"/>
            <a:chExt cx="3370446" cy="2505461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106A758-AEBE-CE06-F24D-DAB529F3C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52633" t="52321" r="22680" b="27965"/>
            <a:stretch>
              <a:fillRect/>
            </a:stretch>
          </p:blipFill>
          <p:spPr>
            <a:xfrm>
              <a:off x="9457509" y="72886"/>
              <a:ext cx="3370446" cy="2505461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6C79F16-ABCF-5D75-9DE5-30234962385D}"/>
                </a:ext>
              </a:extLst>
            </p:cNvPr>
            <p:cNvSpPr/>
            <p:nvPr/>
          </p:nvSpPr>
          <p:spPr>
            <a:xfrm>
              <a:off x="9574360" y="184666"/>
              <a:ext cx="31458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10F54F7-CE05-8880-128E-61619D45232E}"/>
              </a:ext>
            </a:extLst>
          </p:cNvPr>
          <p:cNvSpPr txBox="1"/>
          <p:nvPr/>
        </p:nvSpPr>
        <p:spPr>
          <a:xfrm>
            <a:off x="-11868" y="-2039046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4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12B6B-450D-35E2-02F4-D688AE665D0D}"/>
              </a:ext>
            </a:extLst>
          </p:cNvPr>
          <p:cNvSpPr txBox="1"/>
          <p:nvPr/>
        </p:nvSpPr>
        <p:spPr>
          <a:xfrm>
            <a:off x="0" y="9144000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4</a:t>
            </a:r>
          </a:p>
        </p:txBody>
      </p:sp>
      <p:pic>
        <p:nvPicPr>
          <p:cNvPr id="8" name="Picture 7" descr="A screen shot of a graph&#10;&#10;AI-generated content may be incorrect.">
            <a:extLst>
              <a:ext uri="{FF2B5EF4-FFF2-40B4-BE49-F238E27FC236}">
                <a16:creationId xmlns:a16="http://schemas.microsoft.com/office/drawing/2014/main" id="{2AC0DBEB-FED4-A7C5-D508-880AF595C5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337" y="6392090"/>
            <a:ext cx="2685278" cy="18026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676F2C-479B-C62D-9FD0-90473AA0B719}"/>
              </a:ext>
            </a:extLst>
          </p:cNvPr>
          <p:cNvSpPr txBox="1"/>
          <p:nvPr/>
        </p:nvSpPr>
        <p:spPr>
          <a:xfrm>
            <a:off x="0" y="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</a:t>
            </a:r>
          </a:p>
        </p:txBody>
      </p:sp>
      <p:pic>
        <p:nvPicPr>
          <p:cNvPr id="12" name="Picture 11" descr="A screen shot of a graph&#10;&#10;AI-generated content may be incorrect.">
            <a:extLst>
              <a:ext uri="{FF2B5EF4-FFF2-40B4-BE49-F238E27FC236}">
                <a16:creationId xmlns:a16="http://schemas.microsoft.com/office/drawing/2014/main" id="{D05FA3C8-45E2-6F50-D822-DE4D10CC26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45"/>
          <a:stretch>
            <a:fillRect/>
          </a:stretch>
        </p:blipFill>
        <p:spPr>
          <a:xfrm>
            <a:off x="268709" y="6392091"/>
            <a:ext cx="2205608" cy="1802674"/>
          </a:xfrm>
          <a:prstGeom prst="rect">
            <a:avLst/>
          </a:prstGeom>
        </p:spPr>
      </p:pic>
      <p:pic>
        <p:nvPicPr>
          <p:cNvPr id="16" name="Picture 15" descr="A graph with a number of dots&#10;&#10;AI-generated content may be incorrect.">
            <a:extLst>
              <a:ext uri="{FF2B5EF4-FFF2-40B4-BE49-F238E27FC236}">
                <a16:creationId xmlns:a16="http://schemas.microsoft.com/office/drawing/2014/main" id="{9EFB5FD4-DBB8-3637-9D25-9EED7FFC84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93"/>
          <a:stretch>
            <a:fillRect/>
          </a:stretch>
        </p:blipFill>
        <p:spPr>
          <a:xfrm>
            <a:off x="266699" y="4572000"/>
            <a:ext cx="2207618" cy="18026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7FE0F9D-54D1-79FC-226C-F34C3416F5CE}"/>
              </a:ext>
            </a:extLst>
          </p:cNvPr>
          <p:cNvSpPr txBox="1"/>
          <p:nvPr/>
        </p:nvSpPr>
        <p:spPr>
          <a:xfrm>
            <a:off x="4486478" y="561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20B2B5-FBB9-E4A1-E53A-C9B1042A1E02}"/>
              </a:ext>
            </a:extLst>
          </p:cNvPr>
          <p:cNvSpPr txBox="1"/>
          <p:nvPr/>
        </p:nvSpPr>
        <p:spPr>
          <a:xfrm>
            <a:off x="-11868" y="4589417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9D3F9E-500C-56D2-6540-EC6D049DABFF}"/>
              </a:ext>
            </a:extLst>
          </p:cNvPr>
          <p:cNvSpPr txBox="1"/>
          <p:nvPr/>
        </p:nvSpPr>
        <p:spPr>
          <a:xfrm>
            <a:off x="9169709" y="3155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04FC8C-CF4B-7A9F-D563-6991D56BA467}"/>
              </a:ext>
            </a:extLst>
          </p:cNvPr>
          <p:cNvSpPr txBox="1"/>
          <p:nvPr/>
        </p:nvSpPr>
        <p:spPr>
          <a:xfrm>
            <a:off x="5142584" y="310648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d)</a:t>
            </a:r>
          </a:p>
        </p:txBody>
      </p:sp>
      <p:pic>
        <p:nvPicPr>
          <p:cNvPr id="22" name="Picture 21" descr="A screen shot of a graph&#10;&#10;AI-generated content may be incorrect.">
            <a:extLst>
              <a:ext uri="{FF2B5EF4-FFF2-40B4-BE49-F238E27FC236}">
                <a16:creationId xmlns:a16="http://schemas.microsoft.com/office/drawing/2014/main" id="{DBA74D2A-B41C-439D-1341-4D63DB9D200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96" t="7608" b="79119"/>
          <a:stretch>
            <a:fillRect/>
          </a:stretch>
        </p:blipFill>
        <p:spPr>
          <a:xfrm>
            <a:off x="437105" y="6569835"/>
            <a:ext cx="979343" cy="379562"/>
          </a:xfrm>
          <a:prstGeom prst="rect">
            <a:avLst/>
          </a:prstGeom>
        </p:spPr>
      </p:pic>
      <p:pic>
        <p:nvPicPr>
          <p:cNvPr id="23" name="Picture 22" descr="A graph with a number of dots&#10;&#10;AI-generated content may be incorrect.">
            <a:extLst>
              <a:ext uri="{FF2B5EF4-FFF2-40B4-BE49-F238E27FC236}">
                <a16:creationId xmlns:a16="http://schemas.microsoft.com/office/drawing/2014/main" id="{FEA040D6-0066-4A0C-00D9-339F43CB8B6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08" t="7093" b="73700"/>
          <a:stretch>
            <a:fillRect/>
          </a:stretch>
        </p:blipFill>
        <p:spPr>
          <a:xfrm>
            <a:off x="414883" y="4722674"/>
            <a:ext cx="1010178" cy="50246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C104EC0-5DBA-B503-DF0C-AC6227497425}"/>
              </a:ext>
            </a:extLst>
          </p:cNvPr>
          <p:cNvSpPr/>
          <p:nvPr/>
        </p:nvSpPr>
        <p:spPr>
          <a:xfrm>
            <a:off x="2518807" y="369332"/>
            <a:ext cx="492286" cy="579903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8FD545-6289-85CB-E22E-16217F440096}"/>
              </a:ext>
            </a:extLst>
          </p:cNvPr>
          <p:cNvSpPr/>
          <p:nvPr/>
        </p:nvSpPr>
        <p:spPr>
          <a:xfrm>
            <a:off x="963533" y="369332"/>
            <a:ext cx="366939" cy="579903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965640-0789-564A-493E-12BEE75FF886}"/>
              </a:ext>
            </a:extLst>
          </p:cNvPr>
          <p:cNvSpPr/>
          <p:nvPr/>
        </p:nvSpPr>
        <p:spPr>
          <a:xfrm>
            <a:off x="1355425" y="369331"/>
            <a:ext cx="217430" cy="5799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67B8A9-6B6C-2A30-A7F8-1EED6F572E82}"/>
              </a:ext>
            </a:extLst>
          </p:cNvPr>
          <p:cNvSpPr/>
          <p:nvPr/>
        </p:nvSpPr>
        <p:spPr>
          <a:xfrm>
            <a:off x="2137419" y="369330"/>
            <a:ext cx="217430" cy="57990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81A1E3-8D4C-99FD-429C-91C87CBBD76E}"/>
              </a:ext>
            </a:extLst>
          </p:cNvPr>
          <p:cNvSpPr/>
          <p:nvPr/>
        </p:nvSpPr>
        <p:spPr>
          <a:xfrm>
            <a:off x="2385245" y="369329"/>
            <a:ext cx="111122" cy="579903"/>
          </a:xfrm>
          <a:prstGeom prst="rect">
            <a:avLst/>
          </a:prstGeom>
          <a:noFill/>
          <a:ln w="1905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table with colorful text&#10;&#10;AI-generated content may be incorrect.">
            <a:extLst>
              <a:ext uri="{FF2B5EF4-FFF2-40B4-BE49-F238E27FC236}">
                <a16:creationId xmlns:a16="http://schemas.microsoft.com/office/drawing/2014/main" id="{3DD0E133-BCA6-44C0-54AC-19058B6FA2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285" y="19961"/>
            <a:ext cx="4392268" cy="288095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90E79A25-7A3F-4D49-49D6-71712C40A9F4}"/>
              </a:ext>
            </a:extLst>
          </p:cNvPr>
          <p:cNvSpPr/>
          <p:nvPr/>
        </p:nvSpPr>
        <p:spPr>
          <a:xfrm>
            <a:off x="2005489" y="369328"/>
            <a:ext cx="111122" cy="579903"/>
          </a:xfrm>
          <a:prstGeom prst="rect">
            <a:avLst/>
          </a:prstGeom>
          <a:noFill/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B2C25C-7FB2-F842-C31A-326BBE8EDBF5}"/>
              </a:ext>
            </a:extLst>
          </p:cNvPr>
          <p:cNvSpPr/>
          <p:nvPr/>
        </p:nvSpPr>
        <p:spPr>
          <a:xfrm>
            <a:off x="1601111" y="369327"/>
            <a:ext cx="111122" cy="57990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3E738CF-0732-B9DD-6022-30916798CBCD}"/>
              </a:ext>
            </a:extLst>
          </p:cNvPr>
          <p:cNvSpPr/>
          <p:nvPr/>
        </p:nvSpPr>
        <p:spPr>
          <a:xfrm>
            <a:off x="1740117" y="369326"/>
            <a:ext cx="111122" cy="579903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E36CAB0-8944-F20B-3A53-128DD54301EF}"/>
              </a:ext>
            </a:extLst>
          </p:cNvPr>
          <p:cNvSpPr/>
          <p:nvPr/>
        </p:nvSpPr>
        <p:spPr>
          <a:xfrm>
            <a:off x="1870919" y="369326"/>
            <a:ext cx="111122" cy="579903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B71710-23B2-4E88-15FA-4BFA0833CD3A}"/>
              </a:ext>
            </a:extLst>
          </p:cNvPr>
          <p:cNvSpPr txBox="1"/>
          <p:nvPr/>
        </p:nvSpPr>
        <p:spPr>
          <a:xfrm>
            <a:off x="973098" y="-9268"/>
            <a:ext cx="2037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	                   Endotypes 0-8</a:t>
            </a:r>
          </a:p>
          <a:p>
            <a:r>
              <a:rPr lang="en-US" sz="1000" dirty="0">
                <a:solidFill>
                  <a:srgbClr val="FF0000"/>
                </a:solidFill>
              </a:rPr>
              <a:t> 3           6    8   0   5  7    2      4          1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E2922D-097E-9F12-D5A6-1C9C727D0CF6}"/>
              </a:ext>
            </a:extLst>
          </p:cNvPr>
          <p:cNvSpPr txBox="1"/>
          <p:nvPr/>
        </p:nvSpPr>
        <p:spPr>
          <a:xfrm>
            <a:off x="5360292" y="5626220"/>
            <a:ext cx="325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CDFCA7-90C7-F31C-4994-AC2F314A3ED1}"/>
              </a:ext>
            </a:extLst>
          </p:cNvPr>
          <p:cNvSpPr txBox="1"/>
          <p:nvPr/>
        </p:nvSpPr>
        <p:spPr>
          <a:xfrm>
            <a:off x="9256949" y="5606371"/>
            <a:ext cx="366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BCD1E7-628F-BE4A-EB90-04F3A9F1A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091" y="4569200"/>
            <a:ext cx="2685278" cy="180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FF70FDC-6511-CD78-1F60-803E4B57B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8058" y="-198511"/>
            <a:ext cx="7913687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66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16691-E990-43CB-A53F-29CBC32E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6" name="Picture 42">
            <a:extLst>
              <a:ext uri="{FF2B5EF4-FFF2-40B4-BE49-F238E27FC236}">
                <a16:creationId xmlns:a16="http://schemas.microsoft.com/office/drawing/2014/main" id="{22BE96A3-2124-E5B3-1525-FC69BB3C9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207" y="2305499"/>
            <a:ext cx="3803336" cy="2268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diagram of a cluster of small colored dots&#10;&#10;AI-generated content may be incorrect.">
            <a:extLst>
              <a:ext uri="{FF2B5EF4-FFF2-40B4-BE49-F238E27FC236}">
                <a16:creationId xmlns:a16="http://schemas.microsoft.com/office/drawing/2014/main" id="{0FFDCBDC-5FC6-D466-00F7-9C44CDB7FE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" y="76226"/>
            <a:ext cx="3231839" cy="2101181"/>
          </a:xfrm>
          <a:prstGeom prst="rect">
            <a:avLst/>
          </a:prstGeom>
        </p:spPr>
      </p:pic>
      <p:pic>
        <p:nvPicPr>
          <p:cNvPr id="1068" name="Picture 44">
            <a:extLst>
              <a:ext uri="{FF2B5EF4-FFF2-40B4-BE49-F238E27FC236}">
                <a16:creationId xmlns:a16="http://schemas.microsoft.com/office/drawing/2014/main" id="{5B05754B-F164-8E84-211B-29407DF9C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498" y="12340"/>
            <a:ext cx="3812045" cy="227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2AE156DD-8AE9-9D02-EB1A-C29573C02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653" y="7100386"/>
            <a:ext cx="4136543" cy="246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>
            <a:extLst>
              <a:ext uri="{FF2B5EF4-FFF2-40B4-BE49-F238E27FC236}">
                <a16:creationId xmlns:a16="http://schemas.microsoft.com/office/drawing/2014/main" id="{3E45D85C-06BE-9EDD-4675-13606E932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020" y="4593462"/>
            <a:ext cx="4136543" cy="246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77CFD27-5ABA-1E4F-DC98-2905D189A3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372" y="9582253"/>
            <a:ext cx="5457572" cy="271089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7F6A4AB-5BA7-63CE-5692-FBF7FEBB17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371" y="6566897"/>
            <a:ext cx="5462768" cy="27179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508EFD-ACD5-EA9A-1460-BEFE796238A9}"/>
              </a:ext>
            </a:extLst>
          </p:cNvPr>
          <p:cNvSpPr txBox="1"/>
          <p:nvPr/>
        </p:nvSpPr>
        <p:spPr>
          <a:xfrm>
            <a:off x="-11868" y="-2039046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34811-356F-F3B3-29D1-7381CE3267FB}"/>
              </a:ext>
            </a:extLst>
          </p:cNvPr>
          <p:cNvSpPr txBox="1"/>
          <p:nvPr/>
        </p:nvSpPr>
        <p:spPr>
          <a:xfrm>
            <a:off x="0" y="9144000"/>
            <a:ext cx="96353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58ABE9-14D2-1B36-F772-E0FD358B3649}"/>
              </a:ext>
            </a:extLst>
          </p:cNvPr>
          <p:cNvSpPr txBox="1"/>
          <p:nvPr/>
        </p:nvSpPr>
        <p:spPr>
          <a:xfrm>
            <a:off x="119182" y="5024369"/>
            <a:ext cx="900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d) </a:t>
            </a:r>
            <a:r>
              <a:rPr lang="en-US" sz="1200" dirty="0"/>
              <a:t>Symptoms reported more at infection but less after 1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C44727-C7D8-F75C-5C54-BE9D523493E0}"/>
              </a:ext>
            </a:extLst>
          </p:cNvPr>
          <p:cNvSpPr txBox="1"/>
          <p:nvPr/>
        </p:nvSpPr>
        <p:spPr>
          <a:xfrm>
            <a:off x="151371" y="6262442"/>
            <a:ext cx="6227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e) </a:t>
            </a:r>
            <a:r>
              <a:rPr lang="en-US" sz="1200" dirty="0"/>
              <a:t>Symptoms increasingly reported after infection and then reduced after 1 year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5468FC-E7C1-6F99-4EC9-2FE426672481}"/>
              </a:ext>
            </a:extLst>
          </p:cNvPr>
          <p:cNvSpPr txBox="1"/>
          <p:nvPr/>
        </p:nvSpPr>
        <p:spPr>
          <a:xfrm>
            <a:off x="151371" y="9246497"/>
            <a:ext cx="900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f) </a:t>
            </a:r>
            <a:r>
              <a:rPr lang="en-US" sz="1200" dirty="0"/>
              <a:t>Symptoms increasingly reported after infection and after 1 year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002748-2FFF-0A58-36AE-23797BEC8ADC}"/>
              </a:ext>
            </a:extLst>
          </p:cNvPr>
          <p:cNvSpPr/>
          <p:nvPr/>
        </p:nvSpPr>
        <p:spPr>
          <a:xfrm>
            <a:off x="1589811" y="11704013"/>
            <a:ext cx="4019133" cy="589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F0CC4A-5CDB-5CE3-98F4-89EC5EEAAA10}"/>
              </a:ext>
            </a:extLst>
          </p:cNvPr>
          <p:cNvSpPr/>
          <p:nvPr/>
        </p:nvSpPr>
        <p:spPr>
          <a:xfrm>
            <a:off x="1472401" y="8624991"/>
            <a:ext cx="4136543" cy="630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EC4759-EB46-1C96-FC83-7BD1783A7D27}"/>
              </a:ext>
            </a:extLst>
          </p:cNvPr>
          <p:cNvSpPr txBox="1"/>
          <p:nvPr/>
        </p:nvSpPr>
        <p:spPr>
          <a:xfrm>
            <a:off x="6084303" y="0"/>
            <a:ext cx="366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B8635F-32C9-DF6B-1589-7896D4886A7F}"/>
              </a:ext>
            </a:extLst>
          </p:cNvPr>
          <p:cNvSpPr txBox="1"/>
          <p:nvPr/>
        </p:nvSpPr>
        <p:spPr>
          <a:xfrm>
            <a:off x="6092319" y="2194825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11BD0A-79E7-121C-8BA3-968C0334B798}"/>
              </a:ext>
            </a:extLst>
          </p:cNvPr>
          <p:cNvSpPr txBox="1"/>
          <p:nvPr/>
        </p:nvSpPr>
        <p:spPr>
          <a:xfrm>
            <a:off x="5610810" y="45772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89AC6D-4054-CEB1-8F32-E6D830675F56}"/>
              </a:ext>
            </a:extLst>
          </p:cNvPr>
          <p:cNvSpPr txBox="1"/>
          <p:nvPr/>
        </p:nvSpPr>
        <p:spPr>
          <a:xfrm>
            <a:off x="5702274" y="706116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1CAD9D-BF1F-42EE-D998-A9BA70411660}"/>
              </a:ext>
            </a:extLst>
          </p:cNvPr>
          <p:cNvSpPr txBox="1"/>
          <p:nvPr/>
        </p:nvSpPr>
        <p:spPr>
          <a:xfrm>
            <a:off x="435179" y="216584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</a:t>
            </a:r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DB1C7F24-1239-2047-D145-34F7A469FF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38" t="40599" r="38609" b="40612"/>
          <a:stretch>
            <a:fillRect/>
          </a:stretch>
        </p:blipFill>
        <p:spPr bwMode="auto">
          <a:xfrm>
            <a:off x="4592486" y="8650354"/>
            <a:ext cx="963534" cy="634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38CD8B2-B2F4-86F6-2EDB-ED6E2B218E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372" y="5376208"/>
            <a:ext cx="5457572" cy="733040"/>
          </a:xfrm>
          <a:prstGeom prst="rect">
            <a:avLst/>
          </a:prstGeom>
        </p:spPr>
      </p:pic>
      <p:pic>
        <p:nvPicPr>
          <p:cNvPr id="1060" name="Picture 36">
            <a:extLst>
              <a:ext uri="{FF2B5EF4-FFF2-40B4-BE49-F238E27FC236}">
                <a16:creationId xmlns:a16="http://schemas.microsoft.com/office/drawing/2014/main" id="{1E227550-689A-B14A-D969-DD09625CFF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96" t="40746" r="36214" b="40155"/>
          <a:stretch>
            <a:fillRect/>
          </a:stretch>
        </p:blipFill>
        <p:spPr bwMode="auto">
          <a:xfrm>
            <a:off x="6378876" y="6344669"/>
            <a:ext cx="785090" cy="41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A graph with red and yellow dots&#10;&#10;AI-generated content may be incorrect.">
            <a:extLst>
              <a:ext uri="{FF2B5EF4-FFF2-40B4-BE49-F238E27FC236}">
                <a16:creationId xmlns:a16="http://schemas.microsoft.com/office/drawing/2014/main" id="{39D0C615-D206-5F75-EF21-CF277C1605A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201" y="4322"/>
            <a:ext cx="2631006" cy="210118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23ECE92-28F6-C0B2-027D-5B19A8DFE995}"/>
              </a:ext>
            </a:extLst>
          </p:cNvPr>
          <p:cNvSpPr txBox="1"/>
          <p:nvPr/>
        </p:nvSpPr>
        <p:spPr>
          <a:xfrm>
            <a:off x="0" y="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</a:t>
            </a:r>
          </a:p>
        </p:txBody>
      </p:sp>
      <p:pic>
        <p:nvPicPr>
          <p:cNvPr id="28" name="Picture 27" descr="A table with colorful text&#10;&#10;AI-generated content may be incorrect.">
            <a:extLst>
              <a:ext uri="{FF2B5EF4-FFF2-40B4-BE49-F238E27FC236}">
                <a16:creationId xmlns:a16="http://schemas.microsoft.com/office/drawing/2014/main" id="{BF73F0D8-5636-47DD-5FCD-105DC8966D9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02" y="2137464"/>
            <a:ext cx="4655760" cy="2886905"/>
          </a:xfrm>
          <a:prstGeom prst="rect">
            <a:avLst/>
          </a:prstGeom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70CB77D4-D06B-4119-1BFF-E76CF3509C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58" t="77651"/>
          <a:stretch>
            <a:fillRect/>
          </a:stretch>
        </p:blipFill>
        <p:spPr bwMode="auto">
          <a:xfrm>
            <a:off x="5981631" y="9576800"/>
            <a:ext cx="3458456" cy="2666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C671BA7-2AFC-2F84-6695-62809DB2277A}"/>
              </a:ext>
            </a:extLst>
          </p:cNvPr>
          <p:cNvSpPr txBox="1"/>
          <p:nvPr/>
        </p:nvSpPr>
        <p:spPr>
          <a:xfrm>
            <a:off x="5702927" y="951561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130AAB-E0E8-956C-54C1-0031332B7FEB}"/>
              </a:ext>
            </a:extLst>
          </p:cNvPr>
          <p:cNvSpPr txBox="1"/>
          <p:nvPr/>
        </p:nvSpPr>
        <p:spPr>
          <a:xfrm>
            <a:off x="3250769" y="1234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3696237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491AB-6A00-7422-4B12-94EE5B56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CBEB301-B76B-2319-A148-7A5E9A02C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216" y="4065675"/>
            <a:ext cx="2904064" cy="1947881"/>
          </a:xfrm>
          <a:prstGeom prst="rect">
            <a:avLst/>
          </a:prstGeom>
        </p:spPr>
      </p:pic>
      <p:pic>
        <p:nvPicPr>
          <p:cNvPr id="39" name="Picture 38" descr="A close-up of a pie chart&#10;&#10;AI-generated content may be incorrect.">
            <a:extLst>
              <a:ext uri="{FF2B5EF4-FFF2-40B4-BE49-F238E27FC236}">
                <a16:creationId xmlns:a16="http://schemas.microsoft.com/office/drawing/2014/main" id="{D7642C99-B117-4A0D-1F04-7456AF75C2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27"/>
          <a:stretch>
            <a:fillRect/>
          </a:stretch>
        </p:blipFill>
        <p:spPr>
          <a:xfrm>
            <a:off x="2510801" y="6099380"/>
            <a:ext cx="2507486" cy="2641390"/>
          </a:xfrm>
          <a:prstGeom prst="rect">
            <a:avLst/>
          </a:prstGeom>
        </p:spPr>
      </p:pic>
      <p:pic>
        <p:nvPicPr>
          <p:cNvPr id="38" name="Picture 37" descr="A close-up of a pie chart&#10;&#10;AI-generated content may be incorrect.">
            <a:extLst>
              <a:ext uri="{FF2B5EF4-FFF2-40B4-BE49-F238E27FC236}">
                <a16:creationId xmlns:a16="http://schemas.microsoft.com/office/drawing/2014/main" id="{40164CB0-B3FE-22FC-C4EA-5D351D34D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79"/>
          <a:stretch>
            <a:fillRect/>
          </a:stretch>
        </p:blipFill>
        <p:spPr>
          <a:xfrm>
            <a:off x="43860" y="6081255"/>
            <a:ext cx="2499043" cy="2641390"/>
          </a:xfrm>
          <a:prstGeom prst="rect">
            <a:avLst/>
          </a:prstGeom>
        </p:spPr>
      </p:pic>
      <p:pic>
        <p:nvPicPr>
          <p:cNvPr id="7" name="Picture 6" descr="A grid of colorful squares&#10;&#10;AI-generated content may be incorrect.">
            <a:extLst>
              <a:ext uri="{FF2B5EF4-FFF2-40B4-BE49-F238E27FC236}">
                <a16:creationId xmlns:a16="http://schemas.microsoft.com/office/drawing/2014/main" id="{B0AC59A9-F52F-1C6C-8C5D-2AC2C8663A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897" y="400050"/>
            <a:ext cx="5374068" cy="36503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0B63DA-ED77-41C6-328D-FC3AD6DA1425}"/>
              </a:ext>
            </a:extLst>
          </p:cNvPr>
          <p:cNvSpPr txBox="1"/>
          <p:nvPr/>
        </p:nvSpPr>
        <p:spPr>
          <a:xfrm>
            <a:off x="-11868" y="-2039046"/>
            <a:ext cx="10965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XX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B3C07-7C5E-FB3D-408F-1D351E4993EC}"/>
              </a:ext>
            </a:extLst>
          </p:cNvPr>
          <p:cNvSpPr txBox="1"/>
          <p:nvPr/>
        </p:nvSpPr>
        <p:spPr>
          <a:xfrm>
            <a:off x="0" y="9144000"/>
            <a:ext cx="10965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XX</a:t>
            </a:r>
          </a:p>
        </p:txBody>
      </p:sp>
      <p:pic>
        <p:nvPicPr>
          <p:cNvPr id="3" name="Picture 2" descr="A close up of a grid&#10;&#10;AI-generated content may be incorrect.">
            <a:extLst>
              <a:ext uri="{FF2B5EF4-FFF2-40B4-BE49-F238E27FC236}">
                <a16:creationId xmlns:a16="http://schemas.microsoft.com/office/drawing/2014/main" id="{9BE14435-DFC5-0FFE-4EC4-0D29E7E429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0050"/>
            <a:ext cx="5365046" cy="3650397"/>
          </a:xfrm>
          <a:prstGeom prst="rect">
            <a:avLst/>
          </a:prstGeom>
        </p:spPr>
      </p:pic>
      <p:pic>
        <p:nvPicPr>
          <p:cNvPr id="11" name="Picture 10" descr="A yellow and green pie chart&#10;&#10;AI-generated content may be incorrect.">
            <a:extLst>
              <a:ext uri="{FF2B5EF4-FFF2-40B4-BE49-F238E27FC236}">
                <a16:creationId xmlns:a16="http://schemas.microsoft.com/office/drawing/2014/main" id="{56DD6D60-7DE2-E294-756B-0E6E194464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71"/>
          <a:stretch>
            <a:fillRect/>
          </a:stretch>
        </p:blipFill>
        <p:spPr>
          <a:xfrm>
            <a:off x="4984047" y="6107869"/>
            <a:ext cx="2702628" cy="26360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3B05EE-34E6-A2B7-6FDC-81F517519900}"/>
              </a:ext>
            </a:extLst>
          </p:cNvPr>
          <p:cNvSpPr txBox="1"/>
          <p:nvPr/>
        </p:nvSpPr>
        <p:spPr>
          <a:xfrm>
            <a:off x="0" y="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642C1-3B70-D2EE-E80E-83FB2D17AC60}"/>
              </a:ext>
            </a:extLst>
          </p:cNvPr>
          <p:cNvSpPr txBox="1"/>
          <p:nvPr/>
        </p:nvSpPr>
        <p:spPr>
          <a:xfrm>
            <a:off x="5365047" y="-772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</a:t>
            </a:r>
          </a:p>
        </p:txBody>
      </p:sp>
      <p:pic>
        <p:nvPicPr>
          <p:cNvPr id="18" name="Picture 17" descr="A graph of a graph&#10;&#10;AI-generated content may be incorrect.">
            <a:extLst>
              <a:ext uri="{FF2B5EF4-FFF2-40B4-BE49-F238E27FC236}">
                <a16:creationId xmlns:a16="http://schemas.microsoft.com/office/drawing/2014/main" id="{B64733C1-D40D-728C-9A08-BD61478339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5" y="4050446"/>
            <a:ext cx="5561393" cy="20489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F188C18-40EC-04F6-7EE7-8531F13A73A8}"/>
              </a:ext>
            </a:extLst>
          </p:cNvPr>
          <p:cNvSpPr txBox="1"/>
          <p:nvPr/>
        </p:nvSpPr>
        <p:spPr>
          <a:xfrm>
            <a:off x="0" y="3719554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BEBB9C-93D1-07F3-5C70-E20008AD596B}"/>
              </a:ext>
            </a:extLst>
          </p:cNvPr>
          <p:cNvSpPr txBox="1"/>
          <p:nvPr/>
        </p:nvSpPr>
        <p:spPr>
          <a:xfrm>
            <a:off x="5538705" y="405044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EC4EDC-AB70-EF00-AC86-BE8C02D1D541}"/>
              </a:ext>
            </a:extLst>
          </p:cNvPr>
          <p:cNvSpPr txBox="1"/>
          <p:nvPr/>
        </p:nvSpPr>
        <p:spPr>
          <a:xfrm>
            <a:off x="21015" y="604702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D07B34-5605-D400-4152-CA33C3183231}"/>
              </a:ext>
            </a:extLst>
          </p:cNvPr>
          <p:cNvSpPr txBox="1"/>
          <p:nvPr/>
        </p:nvSpPr>
        <p:spPr>
          <a:xfrm>
            <a:off x="5100555" y="6047028"/>
            <a:ext cx="325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f)</a:t>
            </a:r>
          </a:p>
        </p:txBody>
      </p:sp>
      <p:pic>
        <p:nvPicPr>
          <p:cNvPr id="26" name="Picture 25" descr="A yellow and green pie chart&#10;&#10;AI-generated content may be incorrect.">
            <a:extLst>
              <a:ext uri="{FF2B5EF4-FFF2-40B4-BE49-F238E27FC236}">
                <a16:creationId xmlns:a16="http://schemas.microsoft.com/office/drawing/2014/main" id="{16A8218A-D714-FDE8-66EE-0E92387DF5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93"/>
          <a:stretch>
            <a:fillRect/>
          </a:stretch>
        </p:blipFill>
        <p:spPr>
          <a:xfrm>
            <a:off x="7803183" y="6107869"/>
            <a:ext cx="2368695" cy="263608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8796FC8-CF6B-2A20-0F91-E8948CDF4798}"/>
              </a:ext>
            </a:extLst>
          </p:cNvPr>
          <p:cNvSpPr/>
          <p:nvPr/>
        </p:nvSpPr>
        <p:spPr>
          <a:xfrm>
            <a:off x="529389" y="5150967"/>
            <a:ext cx="192505" cy="22715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A8D57C-97ED-E3D2-E044-D919D2D0F5F5}"/>
              </a:ext>
            </a:extLst>
          </p:cNvPr>
          <p:cNvSpPr/>
          <p:nvPr/>
        </p:nvSpPr>
        <p:spPr>
          <a:xfrm>
            <a:off x="4620126" y="4120141"/>
            <a:ext cx="744921" cy="5721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2E5B37-9B65-F871-DB70-DBDCEB47F206}"/>
              </a:ext>
            </a:extLst>
          </p:cNvPr>
          <p:cNvSpPr/>
          <p:nvPr/>
        </p:nvSpPr>
        <p:spPr>
          <a:xfrm>
            <a:off x="742909" y="4526802"/>
            <a:ext cx="3866710" cy="730998"/>
          </a:xfrm>
          <a:prstGeom prst="rect">
            <a:avLst/>
          </a:prstGeom>
          <a:noFill/>
          <a:ln w="127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72BC82-E781-3FAC-0337-F31014065375}"/>
              </a:ext>
            </a:extLst>
          </p:cNvPr>
          <p:cNvSpPr txBox="1"/>
          <p:nvPr/>
        </p:nvSpPr>
        <p:spPr>
          <a:xfrm>
            <a:off x="3189297" y="11586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CEAB12-196C-9FFC-106A-342C1D77DED0}"/>
              </a:ext>
            </a:extLst>
          </p:cNvPr>
          <p:cNvSpPr txBox="1"/>
          <p:nvPr/>
        </p:nvSpPr>
        <p:spPr>
          <a:xfrm>
            <a:off x="3819815" y="143651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633639-41F7-852C-9E31-DCEA7AEAB068}"/>
              </a:ext>
            </a:extLst>
          </p:cNvPr>
          <p:cNvSpPr txBox="1"/>
          <p:nvPr/>
        </p:nvSpPr>
        <p:spPr>
          <a:xfrm>
            <a:off x="2647662" y="19895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9F1295-F9FF-D168-6CE7-4F22AED9FC7B}"/>
              </a:ext>
            </a:extLst>
          </p:cNvPr>
          <p:cNvSpPr txBox="1"/>
          <p:nvPr/>
        </p:nvSpPr>
        <p:spPr>
          <a:xfrm>
            <a:off x="1023770" y="17176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AB566C-34C7-CF71-5DCE-8F7F6DEEEA5B}"/>
              </a:ext>
            </a:extLst>
          </p:cNvPr>
          <p:cNvSpPr txBox="1"/>
          <p:nvPr/>
        </p:nvSpPr>
        <p:spPr>
          <a:xfrm>
            <a:off x="1881394" y="28295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456752-C51C-C475-CB60-EBD330E7E6BA}"/>
              </a:ext>
            </a:extLst>
          </p:cNvPr>
          <p:cNvSpPr txBox="1"/>
          <p:nvPr/>
        </p:nvSpPr>
        <p:spPr>
          <a:xfrm>
            <a:off x="6016564" y="11475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70DA96-EF16-20DE-B4CC-3FC97C41DBD2}"/>
              </a:ext>
            </a:extLst>
          </p:cNvPr>
          <p:cNvSpPr txBox="1"/>
          <p:nvPr/>
        </p:nvSpPr>
        <p:spPr>
          <a:xfrm>
            <a:off x="6011472" y="29664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7</a:t>
            </a:r>
          </a:p>
        </p:txBody>
      </p:sp>
      <p:pic>
        <p:nvPicPr>
          <p:cNvPr id="41" name="Picture 40" descr="A chart with red green and yellow squares&#10;&#10;AI-generated content may be incorrect.">
            <a:extLst>
              <a:ext uri="{FF2B5EF4-FFF2-40B4-BE49-F238E27FC236}">
                <a16:creationId xmlns:a16="http://schemas.microsoft.com/office/drawing/2014/main" id="{9C181302-1401-EF1C-1584-967518C166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538" y="4872432"/>
            <a:ext cx="759913" cy="45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57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1378E-61ED-54AE-108D-EB208D9E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</a:t>
            </a:r>
          </a:p>
        </p:txBody>
      </p:sp>
    </p:spTree>
    <p:extLst>
      <p:ext uri="{BB962C8B-B14F-4D97-AF65-F5344CB8AC3E}">
        <p14:creationId xmlns:p14="http://schemas.microsoft.com/office/powerpoint/2010/main" val="3571929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983B9-C927-CDFF-C9DB-DFC3B932F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8" name="Picture 44">
            <a:extLst>
              <a:ext uri="{FF2B5EF4-FFF2-40B4-BE49-F238E27FC236}">
                <a16:creationId xmlns:a16="http://schemas.microsoft.com/office/drawing/2014/main" id="{9DCDBAB7-4182-59BF-B403-84CA26B48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1600" y="15263"/>
            <a:ext cx="5265853" cy="3141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5A073F31-2733-8D42-4406-A61E19724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5549" y="3217192"/>
            <a:ext cx="5517274" cy="329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>
            <a:extLst>
              <a:ext uri="{FF2B5EF4-FFF2-40B4-BE49-F238E27FC236}">
                <a16:creationId xmlns:a16="http://schemas.microsoft.com/office/drawing/2014/main" id="{A4450D3A-0E07-D382-E77E-FA97F8D90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75" y="3217192"/>
            <a:ext cx="5517274" cy="329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EE3A38A-3437-C788-E264-EDB9C3A15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9" y="5367782"/>
            <a:ext cx="6200875" cy="308010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20EF750-C398-E090-33D8-6011E15630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89" y="1889351"/>
            <a:ext cx="6227505" cy="30984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43B7A3-BA89-1A63-5280-C35A2DFE8EB3}"/>
              </a:ext>
            </a:extLst>
          </p:cNvPr>
          <p:cNvSpPr txBox="1"/>
          <p:nvPr/>
        </p:nvSpPr>
        <p:spPr>
          <a:xfrm>
            <a:off x="-11868" y="-2039046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98B6E-9D75-3D41-4FBA-DA42F5031A25}"/>
              </a:ext>
            </a:extLst>
          </p:cNvPr>
          <p:cNvSpPr txBox="1"/>
          <p:nvPr/>
        </p:nvSpPr>
        <p:spPr>
          <a:xfrm>
            <a:off x="0" y="9144000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F95410-D92F-FFE7-BCD1-5808BE08F05A}"/>
              </a:ext>
            </a:extLst>
          </p:cNvPr>
          <p:cNvSpPr txBox="1"/>
          <p:nvPr/>
        </p:nvSpPr>
        <p:spPr>
          <a:xfrm>
            <a:off x="0" y="0"/>
            <a:ext cx="900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 Symptoms reported more at infection but less after 1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743DD8-5DF8-40D3-CF93-595298ABB4BD}"/>
              </a:ext>
            </a:extLst>
          </p:cNvPr>
          <p:cNvSpPr txBox="1"/>
          <p:nvPr/>
        </p:nvSpPr>
        <p:spPr>
          <a:xfrm>
            <a:off x="32189" y="1238073"/>
            <a:ext cx="6227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b) Symptoms increasingly reported after infection</a:t>
            </a:r>
          </a:p>
          <a:p>
            <a:r>
              <a:rPr lang="en-US" dirty="0"/>
              <a:t> and then reduced after 1 year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45500D-2898-A559-B080-8F1A2DFD52A0}"/>
              </a:ext>
            </a:extLst>
          </p:cNvPr>
          <p:cNvSpPr txBox="1"/>
          <p:nvPr/>
        </p:nvSpPr>
        <p:spPr>
          <a:xfrm>
            <a:off x="32189" y="5032026"/>
            <a:ext cx="9004300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c) Symptoms increasingly reported after infection and after 1 year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186BC2-1948-2E31-2DFA-F960FFD00B48}"/>
              </a:ext>
            </a:extLst>
          </p:cNvPr>
          <p:cNvSpPr/>
          <p:nvPr/>
        </p:nvSpPr>
        <p:spPr>
          <a:xfrm>
            <a:off x="1610713" y="4310656"/>
            <a:ext cx="4707628" cy="696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8B6500-D5B1-2776-CDE3-709F0108857F}"/>
              </a:ext>
            </a:extLst>
          </p:cNvPr>
          <p:cNvSpPr/>
          <p:nvPr/>
        </p:nvSpPr>
        <p:spPr>
          <a:xfrm>
            <a:off x="1669197" y="7751649"/>
            <a:ext cx="4669184" cy="696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D8D6662-532F-2D64-F359-B7428AF88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987" y="54331"/>
            <a:ext cx="3884613" cy="310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5C8521-9B06-E496-D5E1-2260447EDA32}"/>
              </a:ext>
            </a:extLst>
          </p:cNvPr>
          <p:cNvSpPr txBox="1"/>
          <p:nvPr/>
        </p:nvSpPr>
        <p:spPr>
          <a:xfrm>
            <a:off x="6387399" y="-3357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A4029-E351-2716-688A-5441C47BC936}"/>
              </a:ext>
            </a:extLst>
          </p:cNvPr>
          <p:cNvSpPr txBox="1"/>
          <p:nvPr/>
        </p:nvSpPr>
        <p:spPr>
          <a:xfrm>
            <a:off x="10473716" y="-3357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6912D0-9391-509A-0C3F-E6F9F2776996}"/>
              </a:ext>
            </a:extLst>
          </p:cNvPr>
          <p:cNvSpPr txBox="1"/>
          <p:nvPr/>
        </p:nvSpPr>
        <p:spPr>
          <a:xfrm>
            <a:off x="6643065" y="3200934"/>
            <a:ext cx="325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3530A6-2E77-474D-61C9-B834D1CE9E20}"/>
              </a:ext>
            </a:extLst>
          </p:cNvPr>
          <p:cNvSpPr txBox="1"/>
          <p:nvPr/>
        </p:nvSpPr>
        <p:spPr>
          <a:xfrm>
            <a:off x="12218175" y="3200934"/>
            <a:ext cx="366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g)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F460A525-D609-EDD5-F011-CDEF7F07C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317" y="6536593"/>
            <a:ext cx="3975622" cy="231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A79276D-439F-607E-3999-BFB81DB1F729}"/>
              </a:ext>
            </a:extLst>
          </p:cNvPr>
          <p:cNvSpPr txBox="1"/>
          <p:nvPr/>
        </p:nvSpPr>
        <p:spPr>
          <a:xfrm>
            <a:off x="6443697" y="6218248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h)</a:t>
            </a:r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7A5A9A04-BBB8-AD4C-3DAD-96B6050EB6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38" t="40599" r="38609" b="40612"/>
          <a:stretch>
            <a:fillRect/>
          </a:stretch>
        </p:blipFill>
        <p:spPr bwMode="auto">
          <a:xfrm>
            <a:off x="5107596" y="1202757"/>
            <a:ext cx="1057275" cy="69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EA82875-C2E2-7889-D807-4E6E333CAD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89" y="351839"/>
            <a:ext cx="6227505" cy="836454"/>
          </a:xfrm>
          <a:prstGeom prst="rect">
            <a:avLst/>
          </a:prstGeom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B0375A0F-66E6-9B7C-B1BB-37148BAA41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35" t="37525" r="37782" b="38331"/>
          <a:stretch>
            <a:fillRect/>
          </a:stretch>
        </p:blipFill>
        <p:spPr bwMode="auto">
          <a:xfrm>
            <a:off x="9382125" y="2116294"/>
            <a:ext cx="753936" cy="575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>
            <a:extLst>
              <a:ext uri="{FF2B5EF4-FFF2-40B4-BE49-F238E27FC236}">
                <a16:creationId xmlns:a16="http://schemas.microsoft.com/office/drawing/2014/main" id="{66A66170-E473-F7B6-3EB0-BC4467A1FB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96" t="40746" r="36214" b="40155"/>
          <a:stretch>
            <a:fillRect/>
          </a:stretch>
        </p:blipFill>
        <p:spPr bwMode="auto">
          <a:xfrm>
            <a:off x="10588055" y="5553074"/>
            <a:ext cx="1012955" cy="54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7F679795-E3E2-4298-6929-1BD423FEE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9466" y="54331"/>
            <a:ext cx="5332806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1732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F1B5095-CA88-1DD2-6094-D51755111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700" y="36144"/>
            <a:ext cx="5384316" cy="552430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48354B-D688-0AAE-61E0-FE2EB04B1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677" y="36143"/>
            <a:ext cx="4845224" cy="5524309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17E5B23-80CE-7821-E96B-544D9F406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110" y="4925647"/>
            <a:ext cx="7534928" cy="5126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C13D5080-D229-B91C-8A2A-CB42DED1E7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06" y="36145"/>
            <a:ext cx="5384316" cy="552430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A95D6F5-3D7D-75A4-CA78-94206DB73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297" y="4902800"/>
            <a:ext cx="7590516" cy="5155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AAEE51-A378-3358-CBB3-ABC51757AF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740" y="2103174"/>
            <a:ext cx="5078606" cy="23163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8458FDD-6882-514C-7438-CA7D419E81A0}"/>
              </a:ext>
            </a:extLst>
          </p:cNvPr>
          <p:cNvSpPr/>
          <p:nvPr/>
        </p:nvSpPr>
        <p:spPr>
          <a:xfrm>
            <a:off x="3095812" y="508000"/>
            <a:ext cx="597647" cy="65419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5D5757-5AAA-7218-9B5A-E7A8BA751EF4}"/>
              </a:ext>
            </a:extLst>
          </p:cNvPr>
          <p:cNvSpPr/>
          <p:nvPr/>
        </p:nvSpPr>
        <p:spPr>
          <a:xfrm>
            <a:off x="1210590" y="508000"/>
            <a:ext cx="450869" cy="65419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57FEBE-0533-E6CD-4520-636268E4C474}"/>
              </a:ext>
            </a:extLst>
          </p:cNvPr>
          <p:cNvSpPr/>
          <p:nvPr/>
        </p:nvSpPr>
        <p:spPr>
          <a:xfrm>
            <a:off x="1711094" y="508000"/>
            <a:ext cx="242108" cy="6541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135B59-65AD-B3A5-B08A-859CF2A72104}"/>
              </a:ext>
            </a:extLst>
          </p:cNvPr>
          <p:cNvSpPr/>
          <p:nvPr/>
        </p:nvSpPr>
        <p:spPr>
          <a:xfrm>
            <a:off x="2660032" y="508000"/>
            <a:ext cx="242108" cy="65419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68F056-BEDF-9D74-69D7-6E99ACFF0204}"/>
              </a:ext>
            </a:extLst>
          </p:cNvPr>
          <p:cNvSpPr/>
          <p:nvPr/>
        </p:nvSpPr>
        <p:spPr>
          <a:xfrm>
            <a:off x="672739" y="2116999"/>
            <a:ext cx="3205990" cy="4170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68C829-DA6F-AF4C-432D-6B146225B70D}"/>
              </a:ext>
            </a:extLst>
          </p:cNvPr>
          <p:cNvSpPr/>
          <p:nvPr/>
        </p:nvSpPr>
        <p:spPr>
          <a:xfrm>
            <a:off x="667614" y="2565778"/>
            <a:ext cx="4077704" cy="260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2A9023-D0C2-9F7D-EB01-780A88110D58}"/>
              </a:ext>
            </a:extLst>
          </p:cNvPr>
          <p:cNvSpPr/>
          <p:nvPr/>
        </p:nvSpPr>
        <p:spPr>
          <a:xfrm>
            <a:off x="672738" y="3824942"/>
            <a:ext cx="3845473" cy="576066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C32B6B-1C59-81B7-09DF-0704FAFC4294}"/>
              </a:ext>
            </a:extLst>
          </p:cNvPr>
          <p:cNvSpPr/>
          <p:nvPr/>
        </p:nvSpPr>
        <p:spPr>
          <a:xfrm>
            <a:off x="676449" y="3411791"/>
            <a:ext cx="3799928" cy="26081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C25A1-22A0-E2ED-CBA8-50315FC07087}"/>
              </a:ext>
            </a:extLst>
          </p:cNvPr>
          <p:cNvSpPr txBox="1"/>
          <p:nvPr/>
        </p:nvSpPr>
        <p:spPr>
          <a:xfrm>
            <a:off x="0" y="9144000"/>
            <a:ext cx="9683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8E642-97B8-8E4D-E79C-51B39FE0F01A}"/>
              </a:ext>
            </a:extLst>
          </p:cNvPr>
          <p:cNvSpPr txBox="1"/>
          <p:nvPr/>
        </p:nvSpPr>
        <p:spPr>
          <a:xfrm>
            <a:off x="-11868" y="-2039046"/>
            <a:ext cx="9683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B96D4C-8E7C-2B3E-D99E-3E8D2551D9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0822" y="2116999"/>
            <a:ext cx="5384316" cy="24591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E52DF3C-FEF0-C6EC-3559-FD72D8CF3F22}"/>
              </a:ext>
            </a:extLst>
          </p:cNvPr>
          <p:cNvSpPr/>
          <p:nvPr/>
        </p:nvSpPr>
        <p:spPr>
          <a:xfrm>
            <a:off x="6291019" y="508000"/>
            <a:ext cx="406295" cy="6541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2E6271-6C87-5343-5B9D-FBAF8FC6791A}"/>
              </a:ext>
            </a:extLst>
          </p:cNvPr>
          <p:cNvSpPr/>
          <p:nvPr/>
        </p:nvSpPr>
        <p:spPr>
          <a:xfrm>
            <a:off x="5720822" y="2096571"/>
            <a:ext cx="3650284" cy="4572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CBFDF3-931C-DEF8-0859-D55A6E26C235}"/>
              </a:ext>
            </a:extLst>
          </p:cNvPr>
          <p:cNvSpPr/>
          <p:nvPr/>
        </p:nvSpPr>
        <p:spPr>
          <a:xfrm>
            <a:off x="5720821" y="2575645"/>
            <a:ext cx="4732025" cy="45725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862D12-CB6E-B093-BC26-161954F39151}"/>
              </a:ext>
            </a:extLst>
          </p:cNvPr>
          <p:cNvSpPr/>
          <p:nvPr/>
        </p:nvSpPr>
        <p:spPr>
          <a:xfrm>
            <a:off x="6721264" y="507999"/>
            <a:ext cx="518693" cy="65419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0A69C8-3489-9FFA-C777-B4CBA1AA8C09}"/>
              </a:ext>
            </a:extLst>
          </p:cNvPr>
          <p:cNvSpPr/>
          <p:nvPr/>
        </p:nvSpPr>
        <p:spPr>
          <a:xfrm>
            <a:off x="5720820" y="3631815"/>
            <a:ext cx="4732025" cy="45725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630BBB-6108-E6CC-CE12-1390B3B7CA85}"/>
              </a:ext>
            </a:extLst>
          </p:cNvPr>
          <p:cNvSpPr/>
          <p:nvPr/>
        </p:nvSpPr>
        <p:spPr>
          <a:xfrm>
            <a:off x="7697756" y="507999"/>
            <a:ext cx="406295" cy="65419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F30DAD3-2263-DAE7-7418-1B8616ACCB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7799" y="2028088"/>
            <a:ext cx="5384316" cy="276740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18E84E27-9858-33AE-4D2F-53012A3A6A70}"/>
              </a:ext>
            </a:extLst>
          </p:cNvPr>
          <p:cNvSpPr/>
          <p:nvPr/>
        </p:nvSpPr>
        <p:spPr>
          <a:xfrm>
            <a:off x="13602447" y="507998"/>
            <a:ext cx="267496" cy="654193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3FE724-FBCC-A91C-5478-5964BE0E42B4}"/>
              </a:ext>
            </a:extLst>
          </p:cNvPr>
          <p:cNvSpPr/>
          <p:nvPr/>
        </p:nvSpPr>
        <p:spPr>
          <a:xfrm>
            <a:off x="12841714" y="507998"/>
            <a:ext cx="267496" cy="65419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93C2E0-CE5D-159E-B6D4-1DE6786EA37E}"/>
              </a:ext>
            </a:extLst>
          </p:cNvPr>
          <p:cNvSpPr/>
          <p:nvPr/>
        </p:nvSpPr>
        <p:spPr>
          <a:xfrm>
            <a:off x="11733169" y="507998"/>
            <a:ext cx="442197" cy="65419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BD8F6CC-6B43-9D77-D07C-C423EAFCF174}"/>
              </a:ext>
            </a:extLst>
          </p:cNvPr>
          <p:cNvSpPr/>
          <p:nvPr/>
        </p:nvSpPr>
        <p:spPr>
          <a:xfrm>
            <a:off x="10977799" y="4350871"/>
            <a:ext cx="5069411" cy="382494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9B9146C-C353-CDBA-D750-79B83632E9B6}"/>
              </a:ext>
            </a:extLst>
          </p:cNvPr>
          <p:cNvSpPr/>
          <p:nvPr/>
        </p:nvSpPr>
        <p:spPr>
          <a:xfrm>
            <a:off x="10977799" y="3484974"/>
            <a:ext cx="4717886" cy="33996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D0140F-B228-9F6B-0374-C3C92836AB05}"/>
              </a:ext>
            </a:extLst>
          </p:cNvPr>
          <p:cNvSpPr/>
          <p:nvPr/>
        </p:nvSpPr>
        <p:spPr>
          <a:xfrm>
            <a:off x="10977798" y="2247153"/>
            <a:ext cx="5384316" cy="50937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14A1D4EF-B5CE-370E-AF8F-630E0E8E79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447509" y="5127755"/>
            <a:ext cx="5381628" cy="6256688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E2F4FBCD-6258-588A-44AC-73AD05D529B3}"/>
              </a:ext>
            </a:extLst>
          </p:cNvPr>
          <p:cNvSpPr/>
          <p:nvPr/>
        </p:nvSpPr>
        <p:spPr>
          <a:xfrm>
            <a:off x="8552486" y="5367751"/>
            <a:ext cx="310783" cy="49712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CC1F28A-75DD-53E8-DED0-DBCA3D43DE4C}"/>
              </a:ext>
            </a:extLst>
          </p:cNvPr>
          <p:cNvSpPr/>
          <p:nvPr/>
        </p:nvSpPr>
        <p:spPr>
          <a:xfrm>
            <a:off x="7631839" y="5364477"/>
            <a:ext cx="496904" cy="49077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694933F-8866-2A07-0449-AF1668FAB6DA}"/>
              </a:ext>
            </a:extLst>
          </p:cNvPr>
          <p:cNvSpPr/>
          <p:nvPr/>
        </p:nvSpPr>
        <p:spPr>
          <a:xfrm>
            <a:off x="6918702" y="5364951"/>
            <a:ext cx="398838" cy="49077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49632A9-D115-8028-B1B6-2DEF0EF10720}"/>
              </a:ext>
            </a:extLst>
          </p:cNvPr>
          <p:cNvSpPr/>
          <p:nvPr/>
        </p:nvSpPr>
        <p:spPr>
          <a:xfrm>
            <a:off x="6518853" y="5364951"/>
            <a:ext cx="378345" cy="50074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1C4C659-D628-79CD-533C-123DADF09A04}"/>
              </a:ext>
            </a:extLst>
          </p:cNvPr>
          <p:cNvSpPr/>
          <p:nvPr/>
        </p:nvSpPr>
        <p:spPr>
          <a:xfrm>
            <a:off x="8142958" y="5370351"/>
            <a:ext cx="388024" cy="49534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7603EF9-465C-B739-742F-32451272436E}"/>
              </a:ext>
            </a:extLst>
          </p:cNvPr>
          <p:cNvSpPr/>
          <p:nvPr/>
        </p:nvSpPr>
        <p:spPr>
          <a:xfrm>
            <a:off x="4680934" y="5364951"/>
            <a:ext cx="294557" cy="49077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4" name="Rectangle 6143">
            <a:extLst>
              <a:ext uri="{FF2B5EF4-FFF2-40B4-BE49-F238E27FC236}">
                <a16:creationId xmlns:a16="http://schemas.microsoft.com/office/drawing/2014/main" id="{09D54314-C49B-2569-9B21-7474F0964B5E}"/>
              </a:ext>
            </a:extLst>
          </p:cNvPr>
          <p:cNvSpPr/>
          <p:nvPr/>
        </p:nvSpPr>
        <p:spPr>
          <a:xfrm>
            <a:off x="6313022" y="5369060"/>
            <a:ext cx="171892" cy="49077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5" name="Rectangle 6144">
            <a:extLst>
              <a:ext uri="{FF2B5EF4-FFF2-40B4-BE49-F238E27FC236}">
                <a16:creationId xmlns:a16="http://schemas.microsoft.com/office/drawing/2014/main" id="{7A9796B0-CD75-3C66-D505-7933290D5315}"/>
              </a:ext>
            </a:extLst>
          </p:cNvPr>
          <p:cNvSpPr/>
          <p:nvPr/>
        </p:nvSpPr>
        <p:spPr>
          <a:xfrm>
            <a:off x="5905431" y="5370469"/>
            <a:ext cx="381515" cy="49355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7" name="Rectangle 6146">
            <a:extLst>
              <a:ext uri="{FF2B5EF4-FFF2-40B4-BE49-F238E27FC236}">
                <a16:creationId xmlns:a16="http://schemas.microsoft.com/office/drawing/2014/main" id="{F60E8152-9507-90E6-05F8-A401B7264805}"/>
              </a:ext>
            </a:extLst>
          </p:cNvPr>
          <p:cNvSpPr/>
          <p:nvPr/>
        </p:nvSpPr>
        <p:spPr>
          <a:xfrm>
            <a:off x="4354187" y="5371859"/>
            <a:ext cx="294557" cy="49077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9" name="Rectangle 6148">
            <a:extLst>
              <a:ext uri="{FF2B5EF4-FFF2-40B4-BE49-F238E27FC236}">
                <a16:creationId xmlns:a16="http://schemas.microsoft.com/office/drawing/2014/main" id="{062CB17C-E5F0-12E0-0BB3-42117C9CEC07}"/>
              </a:ext>
            </a:extLst>
          </p:cNvPr>
          <p:cNvSpPr/>
          <p:nvPr/>
        </p:nvSpPr>
        <p:spPr>
          <a:xfrm>
            <a:off x="5284775" y="5371859"/>
            <a:ext cx="175659" cy="49077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1" name="Rectangle 6150">
            <a:extLst>
              <a:ext uri="{FF2B5EF4-FFF2-40B4-BE49-F238E27FC236}">
                <a16:creationId xmlns:a16="http://schemas.microsoft.com/office/drawing/2014/main" id="{6D7E37C3-146E-8852-3FC7-BDA2EF2011CB}"/>
              </a:ext>
            </a:extLst>
          </p:cNvPr>
          <p:cNvSpPr/>
          <p:nvPr/>
        </p:nvSpPr>
        <p:spPr>
          <a:xfrm>
            <a:off x="5698417" y="5371859"/>
            <a:ext cx="175659" cy="49077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4" name="Rectangle 6153">
            <a:extLst>
              <a:ext uri="{FF2B5EF4-FFF2-40B4-BE49-F238E27FC236}">
                <a16:creationId xmlns:a16="http://schemas.microsoft.com/office/drawing/2014/main" id="{7B044DF0-F65F-31F2-3722-4A919FB41D88}"/>
              </a:ext>
            </a:extLst>
          </p:cNvPr>
          <p:cNvSpPr/>
          <p:nvPr/>
        </p:nvSpPr>
        <p:spPr>
          <a:xfrm>
            <a:off x="-1465354" y="5515897"/>
            <a:ext cx="5344083" cy="38825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176696CC-5D28-C0A8-96F5-D5448BB6DEEC}"/>
              </a:ext>
            </a:extLst>
          </p:cNvPr>
          <p:cNvSpPr/>
          <p:nvPr/>
        </p:nvSpPr>
        <p:spPr>
          <a:xfrm>
            <a:off x="-1459378" y="5933643"/>
            <a:ext cx="4788272" cy="38825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6" name="Rectangle 6155">
            <a:extLst>
              <a:ext uri="{FF2B5EF4-FFF2-40B4-BE49-F238E27FC236}">
                <a16:creationId xmlns:a16="http://schemas.microsoft.com/office/drawing/2014/main" id="{DA688B12-F74D-D209-D61D-A4FC3B3C40BF}"/>
              </a:ext>
            </a:extLst>
          </p:cNvPr>
          <p:cNvSpPr/>
          <p:nvPr/>
        </p:nvSpPr>
        <p:spPr>
          <a:xfrm>
            <a:off x="-1447509" y="6705915"/>
            <a:ext cx="3536440" cy="27407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24D3E02A-D157-9023-92A0-613D1EBCFCF6}"/>
              </a:ext>
            </a:extLst>
          </p:cNvPr>
          <p:cNvSpPr/>
          <p:nvPr/>
        </p:nvSpPr>
        <p:spPr>
          <a:xfrm>
            <a:off x="-1447509" y="7241771"/>
            <a:ext cx="3158603" cy="26805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481F5C-FB54-3A58-8749-3DF5AC9EB433}"/>
              </a:ext>
            </a:extLst>
          </p:cNvPr>
          <p:cNvSpPr txBox="1"/>
          <p:nvPr/>
        </p:nvSpPr>
        <p:spPr>
          <a:xfrm>
            <a:off x="152400" y="9296400"/>
            <a:ext cx="96834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FEF2AA-4719-DEE5-8820-B6310C952876}"/>
              </a:ext>
            </a:extLst>
          </p:cNvPr>
          <p:cNvSpPr/>
          <p:nvPr/>
        </p:nvSpPr>
        <p:spPr>
          <a:xfrm>
            <a:off x="-1447509" y="7524827"/>
            <a:ext cx="3481312" cy="533763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737567-04EC-D1B2-AB72-F53D31F6B662}"/>
              </a:ext>
            </a:extLst>
          </p:cNvPr>
          <p:cNvSpPr/>
          <p:nvPr/>
        </p:nvSpPr>
        <p:spPr>
          <a:xfrm>
            <a:off x="-1444075" y="8075818"/>
            <a:ext cx="3477878" cy="23582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9B9578-8F55-9B7F-784B-AFF0EE309976}"/>
              </a:ext>
            </a:extLst>
          </p:cNvPr>
          <p:cNvSpPr/>
          <p:nvPr/>
        </p:nvSpPr>
        <p:spPr>
          <a:xfrm>
            <a:off x="-1447509" y="8327180"/>
            <a:ext cx="4226568" cy="49077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10D326-C3DD-269B-52E4-35E46708A7C9}"/>
              </a:ext>
            </a:extLst>
          </p:cNvPr>
          <p:cNvSpPr/>
          <p:nvPr/>
        </p:nvSpPr>
        <p:spPr>
          <a:xfrm>
            <a:off x="-1442047" y="8826546"/>
            <a:ext cx="3530977" cy="5445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8460F6-FA8D-DE5F-E550-1A9E654CF489}"/>
              </a:ext>
            </a:extLst>
          </p:cNvPr>
          <p:cNvSpPr/>
          <p:nvPr/>
        </p:nvSpPr>
        <p:spPr>
          <a:xfrm>
            <a:off x="-1447509" y="10971853"/>
            <a:ext cx="3652827" cy="37192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E10C38-D671-F16D-BE64-C2630FB0B645}"/>
              </a:ext>
            </a:extLst>
          </p:cNvPr>
          <p:cNvSpPr/>
          <p:nvPr/>
        </p:nvSpPr>
        <p:spPr>
          <a:xfrm>
            <a:off x="-1442907" y="10454555"/>
            <a:ext cx="5377025" cy="49534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5FEA28-8E9E-136A-3AAA-BB3B16F4B7BB}"/>
              </a:ext>
            </a:extLst>
          </p:cNvPr>
          <p:cNvSpPr/>
          <p:nvPr/>
        </p:nvSpPr>
        <p:spPr>
          <a:xfrm>
            <a:off x="-1447509" y="9766792"/>
            <a:ext cx="4495509" cy="66216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6B70D7-5614-D268-61BD-CA51CA05D4D3}"/>
              </a:ext>
            </a:extLst>
          </p:cNvPr>
          <p:cNvSpPr/>
          <p:nvPr/>
        </p:nvSpPr>
        <p:spPr>
          <a:xfrm>
            <a:off x="12175366" y="5413375"/>
            <a:ext cx="379195" cy="49077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D1F1F4-397A-3A48-A023-3F48459C4ADF}"/>
              </a:ext>
            </a:extLst>
          </p:cNvPr>
          <p:cNvSpPr/>
          <p:nvPr/>
        </p:nvSpPr>
        <p:spPr>
          <a:xfrm>
            <a:off x="12574516" y="5413375"/>
            <a:ext cx="466273" cy="49077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FE2C82A-9873-D727-2F07-FDDD302DBC23}"/>
              </a:ext>
            </a:extLst>
          </p:cNvPr>
          <p:cNvSpPr/>
          <p:nvPr/>
        </p:nvSpPr>
        <p:spPr>
          <a:xfrm>
            <a:off x="13899124" y="5403405"/>
            <a:ext cx="280055" cy="50074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B25FFCE-9048-0D16-B865-46C21CF52BCC}"/>
              </a:ext>
            </a:extLst>
          </p:cNvPr>
          <p:cNvSpPr/>
          <p:nvPr/>
        </p:nvSpPr>
        <p:spPr>
          <a:xfrm>
            <a:off x="14722714" y="5413375"/>
            <a:ext cx="280055" cy="49077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7E24611-0F9B-75D5-E02C-9EA411E8B2EE}"/>
              </a:ext>
            </a:extLst>
          </p:cNvPr>
          <p:cNvSpPr/>
          <p:nvPr/>
        </p:nvSpPr>
        <p:spPr>
          <a:xfrm>
            <a:off x="14304100" y="5403405"/>
            <a:ext cx="381515" cy="49355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A56018D-F633-1B5C-2F04-A4D4B15900D3}"/>
              </a:ext>
            </a:extLst>
          </p:cNvPr>
          <p:cNvSpPr/>
          <p:nvPr/>
        </p:nvSpPr>
        <p:spPr>
          <a:xfrm>
            <a:off x="11259738" y="5408805"/>
            <a:ext cx="679653" cy="49534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D3EE51-2311-2433-F7CB-4D4494CA0BD9}"/>
              </a:ext>
            </a:extLst>
          </p:cNvPr>
          <p:cNvSpPr/>
          <p:nvPr/>
        </p:nvSpPr>
        <p:spPr>
          <a:xfrm>
            <a:off x="10443009" y="5410342"/>
            <a:ext cx="282627" cy="49077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CA18B40C-7EF9-8F23-0E38-3D10B3FCDA67}"/>
              </a:ext>
            </a:extLst>
          </p:cNvPr>
          <p:cNvSpPr/>
          <p:nvPr/>
        </p:nvSpPr>
        <p:spPr>
          <a:xfrm>
            <a:off x="-1465354" y="6313368"/>
            <a:ext cx="4788272" cy="12395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B325BF9A-814F-6378-D225-3DFBE05B80C8}"/>
              </a:ext>
            </a:extLst>
          </p:cNvPr>
          <p:cNvSpPr/>
          <p:nvPr/>
        </p:nvSpPr>
        <p:spPr>
          <a:xfrm>
            <a:off x="4989427" y="5371859"/>
            <a:ext cx="73865" cy="49077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FE5605CC-75E0-E737-05C0-F61B6236F33C}"/>
              </a:ext>
            </a:extLst>
          </p:cNvPr>
          <p:cNvSpPr/>
          <p:nvPr/>
        </p:nvSpPr>
        <p:spPr>
          <a:xfrm>
            <a:off x="11970433" y="5404795"/>
            <a:ext cx="77270" cy="49077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D6D96C52-5E06-6F49-9271-6B64CE0F6E54}"/>
              </a:ext>
            </a:extLst>
          </p:cNvPr>
          <p:cNvGrpSpPr/>
          <p:nvPr/>
        </p:nvGrpSpPr>
        <p:grpSpPr>
          <a:xfrm rot="5400000">
            <a:off x="15088465" y="6417416"/>
            <a:ext cx="4901329" cy="1917791"/>
            <a:chOff x="8552486" y="5353584"/>
            <a:chExt cx="4901329" cy="1917791"/>
          </a:xfrm>
        </p:grpSpPr>
        <p:pic>
          <p:nvPicPr>
            <p:cNvPr id="1029" name="Picture 4">
              <a:extLst>
                <a:ext uri="{FF2B5EF4-FFF2-40B4-BE49-F238E27FC236}">
                  <a16:creationId xmlns:a16="http://schemas.microsoft.com/office/drawing/2014/main" id="{52274D6A-57D7-1D53-2F81-63A0485A60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45" r="15571" b="78861"/>
            <a:stretch>
              <a:fillRect/>
            </a:stretch>
          </p:blipFill>
          <p:spPr bwMode="auto">
            <a:xfrm>
              <a:off x="8579895" y="5353584"/>
              <a:ext cx="4873920" cy="1083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4">
              <a:extLst>
                <a:ext uri="{FF2B5EF4-FFF2-40B4-BE49-F238E27FC236}">
                  <a16:creationId xmlns:a16="http://schemas.microsoft.com/office/drawing/2014/main" id="{E753D58E-0D98-7F09-6A09-CCEE1ABB22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81" t="83738" r="15740"/>
            <a:stretch>
              <a:fillRect/>
            </a:stretch>
          </p:blipFill>
          <p:spPr bwMode="auto">
            <a:xfrm>
              <a:off x="8552486" y="6437641"/>
              <a:ext cx="4888596" cy="833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3B056133-AE27-56C4-BDBA-9E4692AF174A}"/>
              </a:ext>
            </a:extLst>
          </p:cNvPr>
          <p:cNvGrpSpPr/>
          <p:nvPr/>
        </p:nvGrpSpPr>
        <p:grpSpPr>
          <a:xfrm rot="5400000">
            <a:off x="14089945" y="6715502"/>
            <a:ext cx="4846998" cy="1934583"/>
            <a:chOff x="4194925" y="5055200"/>
            <a:chExt cx="4846998" cy="1934583"/>
          </a:xfrm>
        </p:grpSpPr>
        <p:pic>
          <p:nvPicPr>
            <p:cNvPr id="1036" name="Picture 2">
              <a:extLst>
                <a:ext uri="{FF2B5EF4-FFF2-40B4-BE49-F238E27FC236}">
                  <a16:creationId xmlns:a16="http://schemas.microsoft.com/office/drawing/2014/main" id="{E2848BD6-FA5E-A335-7994-A3BDC6ECA1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28" r="16116" b="78851"/>
            <a:stretch>
              <a:fillRect/>
            </a:stretch>
          </p:blipFill>
          <p:spPr bwMode="auto">
            <a:xfrm>
              <a:off x="4194925" y="5055200"/>
              <a:ext cx="4846998" cy="1090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7" name="Picture 2">
              <a:extLst>
                <a:ext uri="{FF2B5EF4-FFF2-40B4-BE49-F238E27FC236}">
                  <a16:creationId xmlns:a16="http://schemas.microsoft.com/office/drawing/2014/main" id="{938FEC29-D978-68FB-3D6B-680F970719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28" t="83418" r="16116"/>
            <a:stretch>
              <a:fillRect/>
            </a:stretch>
          </p:blipFill>
          <p:spPr bwMode="auto">
            <a:xfrm>
              <a:off x="4194925" y="6134806"/>
              <a:ext cx="4846998" cy="854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8046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A diagram of a pain&#10;&#10;AI-generated content may be incorrect.">
            <a:extLst>
              <a:ext uri="{FF2B5EF4-FFF2-40B4-BE49-F238E27FC236}">
                <a16:creationId xmlns:a16="http://schemas.microsoft.com/office/drawing/2014/main" id="{86609550-1CAB-1D08-7BDD-EB0830683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21984"/>
            <a:ext cx="3807116" cy="2368289"/>
          </a:xfrm>
          <a:prstGeom prst="rect">
            <a:avLst/>
          </a:prstGeom>
        </p:spPr>
      </p:pic>
      <p:pic>
        <p:nvPicPr>
          <p:cNvPr id="54" name="Picture 53" descr="A diagram of a pain&#10;&#10;AI-generated content may be incorrect.">
            <a:extLst>
              <a:ext uri="{FF2B5EF4-FFF2-40B4-BE49-F238E27FC236}">
                <a16:creationId xmlns:a16="http://schemas.microsoft.com/office/drawing/2014/main" id="{7C264834-CB3F-0512-A6B3-1913D1422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" y="7490273"/>
            <a:ext cx="3801865" cy="2336782"/>
          </a:xfrm>
          <a:prstGeom prst="rect">
            <a:avLst/>
          </a:prstGeom>
        </p:spPr>
      </p:pic>
      <p:pic>
        <p:nvPicPr>
          <p:cNvPr id="41" name="Picture 40" descr="A diagram of a hexagon&#10;&#10;AI-generated content may be incorrect.">
            <a:extLst>
              <a:ext uri="{FF2B5EF4-FFF2-40B4-BE49-F238E27FC236}">
                <a16:creationId xmlns:a16="http://schemas.microsoft.com/office/drawing/2014/main" id="{4D46176F-9FA2-CC17-CAA1-A5F1B8A1B4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298" y="184666"/>
            <a:ext cx="4549421" cy="2366327"/>
          </a:xfrm>
          <a:prstGeom prst="rect">
            <a:avLst/>
          </a:prstGeom>
        </p:spPr>
      </p:pic>
      <p:pic>
        <p:nvPicPr>
          <p:cNvPr id="13" name="Picture 12" descr="A diagram of a person's health&#10;&#10;AI-generated content may be incorrect.">
            <a:extLst>
              <a:ext uri="{FF2B5EF4-FFF2-40B4-BE49-F238E27FC236}">
                <a16:creationId xmlns:a16="http://schemas.microsoft.com/office/drawing/2014/main" id="{9A8E6885-2A47-E9B1-E84C-B979F7039A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6"/>
          <a:stretch>
            <a:fillRect/>
          </a:stretch>
        </p:blipFill>
        <p:spPr>
          <a:xfrm>
            <a:off x="0" y="184666"/>
            <a:ext cx="3793464" cy="2384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CD38F4-C86C-1D10-6DD3-323989C2BBC6}"/>
              </a:ext>
            </a:extLst>
          </p:cNvPr>
          <p:cNvSpPr txBox="1"/>
          <p:nvPr/>
        </p:nvSpPr>
        <p:spPr>
          <a:xfrm>
            <a:off x="0" y="0"/>
            <a:ext cx="1445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5: 44</a:t>
            </a:r>
          </a:p>
        </p:txBody>
      </p:sp>
      <p:pic>
        <p:nvPicPr>
          <p:cNvPr id="15" name="Picture 14" descr="A diagram of alcohol and alcohol&#10;&#10;AI-generated content may be incorrect.">
            <a:extLst>
              <a:ext uri="{FF2B5EF4-FFF2-40B4-BE49-F238E27FC236}">
                <a16:creationId xmlns:a16="http://schemas.microsoft.com/office/drawing/2014/main" id="{5E88C0A9-68EE-16C8-75FB-D375512330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0"/>
          <a:stretch>
            <a:fillRect/>
          </a:stretch>
        </p:blipFill>
        <p:spPr>
          <a:xfrm>
            <a:off x="0" y="2569029"/>
            <a:ext cx="3793464" cy="2368289"/>
          </a:xfrm>
          <a:prstGeom prst="rect">
            <a:avLst/>
          </a:prstGeom>
        </p:spPr>
      </p:pic>
      <p:pic>
        <p:nvPicPr>
          <p:cNvPr id="17" name="Picture 16" descr="A graph with blue bars&#10;&#10;AI-generated content may be incorrect.">
            <a:extLst>
              <a:ext uri="{FF2B5EF4-FFF2-40B4-BE49-F238E27FC236}">
                <a16:creationId xmlns:a16="http://schemas.microsoft.com/office/drawing/2014/main" id="{9BC76D3D-BD38-9145-9D16-17D6965A5F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465" y="0"/>
            <a:ext cx="2730166" cy="1551417"/>
          </a:xfrm>
          <a:prstGeom prst="rect">
            <a:avLst/>
          </a:prstGeom>
        </p:spPr>
      </p:pic>
      <p:pic>
        <p:nvPicPr>
          <p:cNvPr id="19" name="Picture 18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CED16B30-A891-B85F-C7FD-96DDC89626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717" y="3284991"/>
            <a:ext cx="2730166" cy="1551417"/>
          </a:xfrm>
          <a:prstGeom prst="rect">
            <a:avLst/>
          </a:prstGeom>
        </p:spPr>
      </p:pic>
      <p:pic>
        <p:nvPicPr>
          <p:cNvPr id="21" name="Picture 20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012EB20D-76D0-E5E3-A46E-A8E6DD540D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717" y="1642938"/>
            <a:ext cx="2730166" cy="154114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E6A38C0-CEDA-3345-10DE-1681B471EFB2}"/>
              </a:ext>
            </a:extLst>
          </p:cNvPr>
          <p:cNvSpPr/>
          <p:nvPr/>
        </p:nvSpPr>
        <p:spPr>
          <a:xfrm>
            <a:off x="4626590" y="330233"/>
            <a:ext cx="156950" cy="121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F0A6E5-FDF0-4D4A-026A-C1469D1ABDC6}"/>
              </a:ext>
            </a:extLst>
          </p:cNvPr>
          <p:cNvSpPr/>
          <p:nvPr/>
        </p:nvSpPr>
        <p:spPr>
          <a:xfrm>
            <a:off x="4626590" y="1963131"/>
            <a:ext cx="156950" cy="121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F81F96-4435-DD74-F178-BB47337F8E74}"/>
              </a:ext>
            </a:extLst>
          </p:cNvPr>
          <p:cNvSpPr/>
          <p:nvPr/>
        </p:nvSpPr>
        <p:spPr>
          <a:xfrm>
            <a:off x="4626590" y="3766782"/>
            <a:ext cx="156950" cy="1069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16CD85-BC95-7A6A-0ADD-952DA98B993F}"/>
              </a:ext>
            </a:extLst>
          </p:cNvPr>
          <p:cNvSpPr txBox="1"/>
          <p:nvPr/>
        </p:nvSpPr>
        <p:spPr>
          <a:xfrm>
            <a:off x="6609295" y="0"/>
            <a:ext cx="1568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15: 13</a:t>
            </a:r>
          </a:p>
        </p:txBody>
      </p:sp>
      <p:pic>
        <p:nvPicPr>
          <p:cNvPr id="29" name="Picture 28" descr="A graph of a disease&#10;&#10;AI-generated content may be incorrect.">
            <a:extLst>
              <a:ext uri="{FF2B5EF4-FFF2-40B4-BE49-F238E27FC236}">
                <a16:creationId xmlns:a16="http://schemas.microsoft.com/office/drawing/2014/main" id="{B15D5006-27EC-3FE4-B442-D70D575A65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9501" y="1648562"/>
            <a:ext cx="2728526" cy="1550485"/>
          </a:xfrm>
          <a:prstGeom prst="rect">
            <a:avLst/>
          </a:prstGeom>
        </p:spPr>
      </p:pic>
      <p:pic>
        <p:nvPicPr>
          <p:cNvPr id="31" name="Picture 30" descr="A graph with blue and green bars&#10;&#10;AI-generated content may be incorrect.">
            <a:extLst>
              <a:ext uri="{FF2B5EF4-FFF2-40B4-BE49-F238E27FC236}">
                <a16:creationId xmlns:a16="http://schemas.microsoft.com/office/drawing/2014/main" id="{52E484DC-AB4F-2FB8-E182-C6C2C35ED04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1665" y="3284059"/>
            <a:ext cx="2712118" cy="1550485"/>
          </a:xfrm>
          <a:prstGeom prst="rect">
            <a:avLst/>
          </a:prstGeom>
        </p:spPr>
      </p:pic>
      <p:pic>
        <p:nvPicPr>
          <p:cNvPr id="39" name="Picture 38" descr="A graph with blue and green bars&#10;&#10;AI-generated content may be incorrect.">
            <a:extLst>
              <a:ext uri="{FF2B5EF4-FFF2-40B4-BE49-F238E27FC236}">
                <a16:creationId xmlns:a16="http://schemas.microsoft.com/office/drawing/2014/main" id="{EE992531-3783-68AA-E57F-E2872635D1E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5909" y="4213"/>
            <a:ext cx="2712118" cy="1547204"/>
          </a:xfrm>
          <a:prstGeom prst="rect">
            <a:avLst/>
          </a:prstGeom>
        </p:spPr>
      </p:pic>
      <p:pic>
        <p:nvPicPr>
          <p:cNvPr id="43" name="Picture 42" descr="A diagram of a pain&#10;&#10;AI-generated content may be incorrect.">
            <a:extLst>
              <a:ext uri="{FF2B5EF4-FFF2-40B4-BE49-F238E27FC236}">
                <a16:creationId xmlns:a16="http://schemas.microsoft.com/office/drawing/2014/main" id="{DD3C8594-BE75-BB64-C192-21450E6A0C2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878" y="2506728"/>
            <a:ext cx="4570363" cy="2329680"/>
          </a:xfrm>
          <a:prstGeom prst="rect">
            <a:avLst/>
          </a:prstGeom>
        </p:spPr>
      </p:pic>
      <p:pic>
        <p:nvPicPr>
          <p:cNvPr id="27" name="Picture 26" descr="A graph of a number of people with blue bars&#10;&#10;AI-generated content may be incorrect.">
            <a:extLst>
              <a:ext uri="{FF2B5EF4-FFF2-40B4-BE49-F238E27FC236}">
                <a16:creationId xmlns:a16="http://schemas.microsoft.com/office/drawing/2014/main" id="{F2E38AD9-9262-0972-D565-B16F11490B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719" y="932"/>
            <a:ext cx="2730166" cy="155048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00A89E3-3112-5F5C-E82C-E8B8FEBEE30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719" y="1661482"/>
            <a:ext cx="2712118" cy="1550485"/>
          </a:xfrm>
          <a:prstGeom prst="rect">
            <a:avLst/>
          </a:prstGeom>
        </p:spPr>
      </p:pic>
      <p:pic>
        <p:nvPicPr>
          <p:cNvPr id="37" name="Picture 36" descr="A graph of a number of patients with numbers&#10;&#10;AI-generated content may be incorrect.">
            <a:extLst>
              <a:ext uri="{FF2B5EF4-FFF2-40B4-BE49-F238E27FC236}">
                <a16:creationId xmlns:a16="http://schemas.microsoft.com/office/drawing/2014/main" id="{E5980490-C7BE-7B36-CAC2-9D8312399AE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719" y="3284991"/>
            <a:ext cx="2712118" cy="155048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3DECB03-D7EF-C569-59C1-346492C09710}"/>
              </a:ext>
            </a:extLst>
          </p:cNvPr>
          <p:cNvSpPr txBox="1"/>
          <p:nvPr/>
        </p:nvSpPr>
        <p:spPr>
          <a:xfrm>
            <a:off x="0" y="4937318"/>
            <a:ext cx="1568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13: 19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83F4BB-6F32-CE1C-393B-EC79C3965971}"/>
              </a:ext>
            </a:extLst>
          </p:cNvPr>
          <p:cNvSpPr/>
          <p:nvPr/>
        </p:nvSpPr>
        <p:spPr>
          <a:xfrm>
            <a:off x="13547677" y="330233"/>
            <a:ext cx="156950" cy="121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9092A5-1D13-1ECD-D79A-790F7F7692D5}"/>
              </a:ext>
            </a:extLst>
          </p:cNvPr>
          <p:cNvSpPr/>
          <p:nvPr/>
        </p:nvSpPr>
        <p:spPr>
          <a:xfrm>
            <a:off x="13547677" y="1963131"/>
            <a:ext cx="156950" cy="121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0CA02F4-A29C-896E-3364-34C4C60BE748}"/>
              </a:ext>
            </a:extLst>
          </p:cNvPr>
          <p:cNvSpPr/>
          <p:nvPr/>
        </p:nvSpPr>
        <p:spPr>
          <a:xfrm>
            <a:off x="13547677" y="3568890"/>
            <a:ext cx="156950" cy="12675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263DFDC-0D45-5FA1-21C7-6A2D206D1E31}"/>
              </a:ext>
            </a:extLst>
          </p:cNvPr>
          <p:cNvSpPr/>
          <p:nvPr/>
        </p:nvSpPr>
        <p:spPr>
          <a:xfrm>
            <a:off x="16268819" y="338342"/>
            <a:ext cx="156950" cy="121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E713576-F4E9-3FD8-5796-1030003FFEF3}"/>
              </a:ext>
            </a:extLst>
          </p:cNvPr>
          <p:cNvSpPr/>
          <p:nvPr/>
        </p:nvSpPr>
        <p:spPr>
          <a:xfrm>
            <a:off x="16268819" y="1971240"/>
            <a:ext cx="156950" cy="121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8E8E20F-B958-1B16-9765-54F7507AC0A2}"/>
              </a:ext>
            </a:extLst>
          </p:cNvPr>
          <p:cNvSpPr/>
          <p:nvPr/>
        </p:nvSpPr>
        <p:spPr>
          <a:xfrm>
            <a:off x="16268819" y="3774891"/>
            <a:ext cx="156950" cy="1069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 descr="A graph with blue bars&#10;&#10;AI-generated content may be incorrect.">
            <a:extLst>
              <a:ext uri="{FF2B5EF4-FFF2-40B4-BE49-F238E27FC236}">
                <a16:creationId xmlns:a16="http://schemas.microsoft.com/office/drawing/2014/main" id="{C0FDC8EC-6A4D-9212-8619-FF013F9B79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398" y="6582175"/>
            <a:ext cx="2730166" cy="1551417"/>
          </a:xfrm>
          <a:prstGeom prst="rect">
            <a:avLst/>
          </a:prstGeom>
        </p:spPr>
      </p:pic>
      <p:pic>
        <p:nvPicPr>
          <p:cNvPr id="58" name="Picture 57" descr="A graph of a disease&#10;&#10;AI-generated content may be incorrect.">
            <a:extLst>
              <a:ext uri="{FF2B5EF4-FFF2-40B4-BE49-F238E27FC236}">
                <a16:creationId xmlns:a16="http://schemas.microsoft.com/office/drawing/2014/main" id="{75E658A7-17C0-73B0-EAEB-9D4C18E8CE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32" y="4929849"/>
            <a:ext cx="2730166" cy="1551417"/>
          </a:xfrm>
          <a:prstGeom prst="rect">
            <a:avLst/>
          </a:prstGeom>
        </p:spPr>
      </p:pic>
      <p:pic>
        <p:nvPicPr>
          <p:cNvPr id="60" name="Picture 59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F454D6F3-7C95-83ED-CE91-522325B6DC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32" y="6582175"/>
            <a:ext cx="2730166" cy="1551417"/>
          </a:xfrm>
          <a:prstGeom prst="rect">
            <a:avLst/>
          </a:prstGeom>
        </p:spPr>
      </p:pic>
      <p:pic>
        <p:nvPicPr>
          <p:cNvPr id="62" name="Picture 61" descr="A graph of a number of patients with immunodeficiency&#10;&#10;AI-generated content may be incorrect.">
            <a:extLst>
              <a:ext uri="{FF2B5EF4-FFF2-40B4-BE49-F238E27FC236}">
                <a16:creationId xmlns:a16="http://schemas.microsoft.com/office/drawing/2014/main" id="{63F4FECE-6941-957D-99E8-0132ACC37FD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32" y="8234501"/>
            <a:ext cx="2713749" cy="1544851"/>
          </a:xfrm>
          <a:prstGeom prst="rect">
            <a:avLst/>
          </a:prstGeom>
        </p:spPr>
      </p:pic>
      <p:pic>
        <p:nvPicPr>
          <p:cNvPr id="64" name="Picture 63" descr="A graph of a number of patients with disabilities&#10;&#10;AI-generated content may be incorrect.">
            <a:extLst>
              <a:ext uri="{FF2B5EF4-FFF2-40B4-BE49-F238E27FC236}">
                <a16:creationId xmlns:a16="http://schemas.microsoft.com/office/drawing/2014/main" id="{115659D4-C74A-A2D2-9F40-44B90E460AB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883" y="4929848"/>
            <a:ext cx="2690765" cy="1551418"/>
          </a:xfrm>
          <a:prstGeom prst="rect">
            <a:avLst/>
          </a:prstGeom>
        </p:spPr>
      </p:pic>
      <p:pic>
        <p:nvPicPr>
          <p:cNvPr id="66" name="Picture 65" descr="A graph of a number of patients with numbers&#10;&#10;AI-generated content may be incorrect.">
            <a:extLst>
              <a:ext uri="{FF2B5EF4-FFF2-40B4-BE49-F238E27FC236}">
                <a16:creationId xmlns:a16="http://schemas.microsoft.com/office/drawing/2014/main" id="{2A01BF8B-AC43-EDF0-A5C3-B055586A978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981" y="8227934"/>
            <a:ext cx="2713749" cy="1551418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7546A45D-A7B8-B76A-6B3E-462E467BF3B1}"/>
              </a:ext>
            </a:extLst>
          </p:cNvPr>
          <p:cNvSpPr/>
          <p:nvPr/>
        </p:nvSpPr>
        <p:spPr>
          <a:xfrm>
            <a:off x="5811868" y="5251477"/>
            <a:ext cx="156950" cy="121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B78638E-8312-2167-B537-50035B3511F2}"/>
              </a:ext>
            </a:extLst>
          </p:cNvPr>
          <p:cNvSpPr/>
          <p:nvPr/>
        </p:nvSpPr>
        <p:spPr>
          <a:xfrm>
            <a:off x="5811868" y="6884375"/>
            <a:ext cx="156950" cy="121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E01B357-4D4E-503F-D5C1-3320811BFF68}"/>
              </a:ext>
            </a:extLst>
          </p:cNvPr>
          <p:cNvSpPr/>
          <p:nvPr/>
        </p:nvSpPr>
        <p:spPr>
          <a:xfrm>
            <a:off x="5811868" y="8688026"/>
            <a:ext cx="156950" cy="1069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E9492C9-7289-B3B7-04DA-21FA94859F6F}"/>
              </a:ext>
            </a:extLst>
          </p:cNvPr>
          <p:cNvSpPr/>
          <p:nvPr/>
        </p:nvSpPr>
        <p:spPr>
          <a:xfrm>
            <a:off x="8513150" y="5266864"/>
            <a:ext cx="156950" cy="121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94035E9-D71D-C877-0B6D-5EAD9C863C9F}"/>
              </a:ext>
            </a:extLst>
          </p:cNvPr>
          <p:cNvSpPr/>
          <p:nvPr/>
        </p:nvSpPr>
        <p:spPr>
          <a:xfrm>
            <a:off x="8513150" y="6899762"/>
            <a:ext cx="156950" cy="121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5DD323A-DFB2-BBC8-6C22-FA5E354657CE}"/>
              </a:ext>
            </a:extLst>
          </p:cNvPr>
          <p:cNvSpPr/>
          <p:nvPr/>
        </p:nvSpPr>
        <p:spPr>
          <a:xfrm>
            <a:off x="8513150" y="8703413"/>
            <a:ext cx="156950" cy="1069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E734A1-E7BF-03A9-F737-0095CE81016C}"/>
              </a:ext>
            </a:extLst>
          </p:cNvPr>
          <p:cNvSpPr txBox="1"/>
          <p:nvPr/>
        </p:nvSpPr>
        <p:spPr>
          <a:xfrm>
            <a:off x="9222518" y="4937317"/>
            <a:ext cx="1445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7: 34</a:t>
            </a:r>
          </a:p>
        </p:txBody>
      </p:sp>
      <p:pic>
        <p:nvPicPr>
          <p:cNvPr id="75" name="Picture 74" descr="A graph of cancer&#10;&#10;AI-generated content may be incorrect.">
            <a:extLst>
              <a:ext uri="{FF2B5EF4-FFF2-40B4-BE49-F238E27FC236}">
                <a16:creationId xmlns:a16="http://schemas.microsoft.com/office/drawing/2014/main" id="{AADFE9E7-AE95-F67A-FB03-66290D08830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3265" y="5078338"/>
            <a:ext cx="2707142" cy="1547641"/>
          </a:xfrm>
          <a:prstGeom prst="rect">
            <a:avLst/>
          </a:prstGeom>
        </p:spPr>
      </p:pic>
      <p:pic>
        <p:nvPicPr>
          <p:cNvPr id="77" name="Picture 76" descr="A graph with a bar and text&#10;&#10;AI-generated content may be incorrect.">
            <a:extLst>
              <a:ext uri="{FF2B5EF4-FFF2-40B4-BE49-F238E27FC236}">
                <a16:creationId xmlns:a16="http://schemas.microsoft.com/office/drawing/2014/main" id="{A7B19705-452A-3AF3-3E03-CB900AB21FA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9642" y="6700915"/>
            <a:ext cx="2690765" cy="1547641"/>
          </a:xfrm>
          <a:prstGeom prst="rect">
            <a:avLst/>
          </a:prstGeom>
        </p:spPr>
      </p:pic>
      <p:pic>
        <p:nvPicPr>
          <p:cNvPr id="79" name="Picture 78" descr="A diagram of a hexagon with red and blue lines&#10;&#10;AI-generated content may be incorrect.">
            <a:extLst>
              <a:ext uri="{FF2B5EF4-FFF2-40B4-BE49-F238E27FC236}">
                <a16:creationId xmlns:a16="http://schemas.microsoft.com/office/drawing/2014/main" id="{4C6D6321-D690-CE1C-7277-0E07F7EE3BB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7"/>
          <a:stretch>
            <a:fillRect/>
          </a:stretch>
        </p:blipFill>
        <p:spPr>
          <a:xfrm>
            <a:off x="9285981" y="5203551"/>
            <a:ext cx="3377284" cy="2329681"/>
          </a:xfrm>
          <a:prstGeom prst="rect">
            <a:avLst/>
          </a:prstGeom>
        </p:spPr>
      </p:pic>
      <p:pic>
        <p:nvPicPr>
          <p:cNvPr id="81" name="Picture 80" descr="A diagram of a pain&#10;&#10;AI-generated content may be incorrect.">
            <a:extLst>
              <a:ext uri="{FF2B5EF4-FFF2-40B4-BE49-F238E27FC236}">
                <a16:creationId xmlns:a16="http://schemas.microsoft.com/office/drawing/2014/main" id="{69DE2CAF-3B0C-54BA-1052-956FB0BB735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5"/>
          <a:stretch>
            <a:fillRect/>
          </a:stretch>
        </p:blipFill>
        <p:spPr>
          <a:xfrm>
            <a:off x="9287669" y="7488588"/>
            <a:ext cx="3377283" cy="2340151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7D5E8202-90E2-EEB1-4134-7BB063DF487F}"/>
              </a:ext>
            </a:extLst>
          </p:cNvPr>
          <p:cNvSpPr/>
          <p:nvPr/>
        </p:nvSpPr>
        <p:spPr>
          <a:xfrm>
            <a:off x="13788959" y="5375279"/>
            <a:ext cx="156950" cy="1211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5A08F12-4330-7C53-B5A3-0B5D66E2FDB5}"/>
              </a:ext>
            </a:extLst>
          </p:cNvPr>
          <p:cNvSpPr/>
          <p:nvPr/>
        </p:nvSpPr>
        <p:spPr>
          <a:xfrm>
            <a:off x="13788959" y="7130955"/>
            <a:ext cx="156950" cy="11176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C9804F-8536-FE23-0BE8-98061DF0063D}"/>
              </a:ext>
            </a:extLst>
          </p:cNvPr>
          <p:cNvSpPr txBox="1"/>
          <p:nvPr/>
        </p:nvSpPr>
        <p:spPr>
          <a:xfrm>
            <a:off x="-11868" y="-2039046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777428-43AD-F2C7-F562-BFAC3788665A}"/>
              </a:ext>
            </a:extLst>
          </p:cNvPr>
          <p:cNvSpPr txBox="1"/>
          <p:nvPr/>
        </p:nvSpPr>
        <p:spPr>
          <a:xfrm>
            <a:off x="-8721" y="9827055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3</a:t>
            </a:r>
          </a:p>
        </p:txBody>
      </p:sp>
    </p:spTree>
    <p:extLst>
      <p:ext uri="{BB962C8B-B14F-4D97-AF65-F5344CB8AC3E}">
        <p14:creationId xmlns:p14="http://schemas.microsoft.com/office/powerpoint/2010/main" val="1053435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A diagram of a pain&#10;&#10;AI-generated content may be incorrect.">
            <a:extLst>
              <a:ext uri="{FF2B5EF4-FFF2-40B4-BE49-F238E27FC236}">
                <a16:creationId xmlns:a16="http://schemas.microsoft.com/office/drawing/2014/main" id="{7B582E84-F63D-991A-B8EA-91F917DEE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5841" y="2436724"/>
            <a:ext cx="3814352" cy="2382649"/>
          </a:xfrm>
          <a:prstGeom prst="rect">
            <a:avLst/>
          </a:prstGeom>
        </p:spPr>
      </p:pic>
      <p:pic>
        <p:nvPicPr>
          <p:cNvPr id="51" name="Picture 50" descr="A diagram of pain and fever&#10;&#10;AI-generated content may be incorrect.">
            <a:extLst>
              <a:ext uri="{FF2B5EF4-FFF2-40B4-BE49-F238E27FC236}">
                <a16:creationId xmlns:a16="http://schemas.microsoft.com/office/drawing/2014/main" id="{FA674204-E4EE-1050-6D98-837B2DEC92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5934" y="184666"/>
            <a:ext cx="3830201" cy="2324536"/>
          </a:xfrm>
          <a:prstGeom prst="rect">
            <a:avLst/>
          </a:prstGeom>
        </p:spPr>
      </p:pic>
      <p:pic>
        <p:nvPicPr>
          <p:cNvPr id="45" name="Picture 44" descr="A diagram of a diagram&#10;&#10;AI-generated content may be incorrect.">
            <a:extLst>
              <a:ext uri="{FF2B5EF4-FFF2-40B4-BE49-F238E27FC236}">
                <a16:creationId xmlns:a16="http://schemas.microsoft.com/office/drawing/2014/main" id="{785DE9BC-8D45-ADA8-6F65-0D38E9CC5D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8" r="14922"/>
          <a:stretch>
            <a:fillRect/>
          </a:stretch>
        </p:blipFill>
        <p:spPr>
          <a:xfrm>
            <a:off x="7641918" y="176945"/>
            <a:ext cx="3350526" cy="2324536"/>
          </a:xfrm>
          <a:prstGeom prst="rect">
            <a:avLst/>
          </a:prstGeom>
        </p:spPr>
      </p:pic>
      <p:pic>
        <p:nvPicPr>
          <p:cNvPr id="47" name="Picture 46" descr="A diagram of hair loss&#10;&#10;AI-generated content may be incorrect.">
            <a:extLst>
              <a:ext uri="{FF2B5EF4-FFF2-40B4-BE49-F238E27FC236}">
                <a16:creationId xmlns:a16="http://schemas.microsoft.com/office/drawing/2014/main" id="{47A2D7B9-B418-CA59-B065-8BD5AF4A5C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04" r="20558"/>
          <a:stretch>
            <a:fillRect/>
          </a:stretch>
        </p:blipFill>
        <p:spPr>
          <a:xfrm>
            <a:off x="7622457" y="2501481"/>
            <a:ext cx="3350526" cy="2293404"/>
          </a:xfrm>
          <a:prstGeom prst="rect">
            <a:avLst/>
          </a:prstGeom>
        </p:spPr>
      </p:pic>
      <p:pic>
        <p:nvPicPr>
          <p:cNvPr id="30" name="Picture 29" descr="A diagram of pain in a triangle&#10;&#10;AI-generated content may be incorrect.">
            <a:extLst>
              <a:ext uri="{FF2B5EF4-FFF2-40B4-BE49-F238E27FC236}">
                <a16:creationId xmlns:a16="http://schemas.microsoft.com/office/drawing/2014/main" id="{C8BB782B-DCF1-472F-8E55-22729594C2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" y="7013318"/>
            <a:ext cx="3767019" cy="2322995"/>
          </a:xfrm>
          <a:prstGeom prst="rect">
            <a:avLst/>
          </a:prstGeom>
        </p:spPr>
      </p:pic>
      <p:pic>
        <p:nvPicPr>
          <p:cNvPr id="32" name="Picture 31" descr="A diagram of a pain&#10;&#10;AI-generated content may be incorrect.">
            <a:extLst>
              <a:ext uri="{FF2B5EF4-FFF2-40B4-BE49-F238E27FC236}">
                <a16:creationId xmlns:a16="http://schemas.microsoft.com/office/drawing/2014/main" id="{E2AF816F-6BF7-A9E5-32CB-37A503660B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273" y="7008086"/>
            <a:ext cx="3793179" cy="2328227"/>
          </a:xfrm>
          <a:prstGeom prst="rect">
            <a:avLst/>
          </a:prstGeom>
        </p:spPr>
      </p:pic>
      <p:pic>
        <p:nvPicPr>
          <p:cNvPr id="24" name="Picture 23" descr="A diagram of a depression&#10;&#10;AI-generated content may be incorrect.">
            <a:extLst>
              <a:ext uri="{FF2B5EF4-FFF2-40B4-BE49-F238E27FC236}">
                <a16:creationId xmlns:a16="http://schemas.microsoft.com/office/drawing/2014/main" id="{5F8426E5-D566-8CD8-5196-D871A1EC96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516"/>
          <a:stretch>
            <a:fillRect/>
          </a:stretch>
        </p:blipFill>
        <p:spPr>
          <a:xfrm>
            <a:off x="3780609" y="184666"/>
            <a:ext cx="3712192" cy="2356525"/>
          </a:xfrm>
          <a:prstGeom prst="rect">
            <a:avLst/>
          </a:prstGeom>
        </p:spPr>
      </p:pic>
      <p:pic>
        <p:nvPicPr>
          <p:cNvPr id="26" name="Picture 25" descr="A diagram of a hexagon with red and blue lines&#10;&#10;AI-generated content may be incorrect.">
            <a:extLst>
              <a:ext uri="{FF2B5EF4-FFF2-40B4-BE49-F238E27FC236}">
                <a16:creationId xmlns:a16="http://schemas.microsoft.com/office/drawing/2014/main" id="{3AFCD8DD-A0DB-0F9C-5DA6-39EB5E6CFC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57"/>
          <a:stretch>
            <a:fillRect/>
          </a:stretch>
        </p:blipFill>
        <p:spPr>
          <a:xfrm>
            <a:off x="3780609" y="2436724"/>
            <a:ext cx="3712192" cy="2324536"/>
          </a:xfrm>
          <a:prstGeom prst="rect">
            <a:avLst/>
          </a:prstGeom>
        </p:spPr>
      </p:pic>
      <p:pic>
        <p:nvPicPr>
          <p:cNvPr id="16" name="Picture 15" descr="A diagram of a triangle with red lines&#10;&#10;AI-generated content may be incorrect.">
            <a:extLst>
              <a:ext uri="{FF2B5EF4-FFF2-40B4-BE49-F238E27FC236}">
                <a16:creationId xmlns:a16="http://schemas.microsoft.com/office/drawing/2014/main" id="{1C9694A8-7C04-EBEB-8162-A304E27556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3" r="12530"/>
          <a:stretch>
            <a:fillRect/>
          </a:stretch>
        </p:blipFill>
        <p:spPr>
          <a:xfrm>
            <a:off x="37698" y="176945"/>
            <a:ext cx="3533675" cy="2329783"/>
          </a:xfrm>
          <a:prstGeom prst="rect">
            <a:avLst/>
          </a:prstGeom>
        </p:spPr>
      </p:pic>
      <p:pic>
        <p:nvPicPr>
          <p:cNvPr id="18" name="Picture 17" descr="A diagram of a triangle with red and blue lines&#10;&#10;AI-generated content may be incorrect.">
            <a:extLst>
              <a:ext uri="{FF2B5EF4-FFF2-40B4-BE49-F238E27FC236}">
                <a16:creationId xmlns:a16="http://schemas.microsoft.com/office/drawing/2014/main" id="{DAFB93E0-E030-6FEE-C40E-902DDAEC66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0" r="12730"/>
          <a:stretch>
            <a:fillRect/>
          </a:stretch>
        </p:blipFill>
        <p:spPr>
          <a:xfrm>
            <a:off x="37698" y="2436724"/>
            <a:ext cx="3533675" cy="2324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1D69D2-9DCA-7F0F-DE93-185D223DBEBE}"/>
              </a:ext>
            </a:extLst>
          </p:cNvPr>
          <p:cNvSpPr txBox="1"/>
          <p:nvPr/>
        </p:nvSpPr>
        <p:spPr>
          <a:xfrm>
            <a:off x="0" y="0"/>
            <a:ext cx="1445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6: 35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DE3AC-A1DB-D5AE-9343-102E75F4C4CC}"/>
              </a:ext>
            </a:extLst>
          </p:cNvPr>
          <p:cNvSpPr txBox="1"/>
          <p:nvPr/>
        </p:nvSpPr>
        <p:spPr>
          <a:xfrm>
            <a:off x="3701029" y="-7721"/>
            <a:ext cx="1568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11: 27</a:t>
            </a:r>
          </a:p>
        </p:txBody>
      </p:sp>
      <p:pic>
        <p:nvPicPr>
          <p:cNvPr id="20" name="Picture 19" descr="A graph of diabetes&#10;&#10;AI-generated content may be incorrect.">
            <a:extLst>
              <a:ext uri="{FF2B5EF4-FFF2-40B4-BE49-F238E27FC236}">
                <a16:creationId xmlns:a16="http://schemas.microsoft.com/office/drawing/2014/main" id="{1002106F-38A0-4C48-DD48-5BB87B85D58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04" y="4761260"/>
            <a:ext cx="3527549" cy="200120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FFBDF9B-3460-C2AB-3E07-714713E79B94}"/>
              </a:ext>
            </a:extLst>
          </p:cNvPr>
          <p:cNvSpPr/>
          <p:nvPr/>
        </p:nvSpPr>
        <p:spPr>
          <a:xfrm>
            <a:off x="1411212" y="5138382"/>
            <a:ext cx="165104" cy="1610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graph of obesity&#10;&#10;AI-generated content may be incorrect.">
            <a:extLst>
              <a:ext uri="{FF2B5EF4-FFF2-40B4-BE49-F238E27FC236}">
                <a16:creationId xmlns:a16="http://schemas.microsoft.com/office/drawing/2014/main" id="{08FA81B0-5288-9122-209B-0D571EF8DC6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26" y="4742452"/>
            <a:ext cx="3533675" cy="202015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003E4C0-F4C8-802A-A69E-7B444E7F2D56}"/>
              </a:ext>
            </a:extLst>
          </p:cNvPr>
          <p:cNvSpPr/>
          <p:nvPr/>
        </p:nvSpPr>
        <p:spPr>
          <a:xfrm>
            <a:off x="6224325" y="5274860"/>
            <a:ext cx="165104" cy="1487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C8B242-C9D8-C9B1-32C2-80EB2FD7FC7E}"/>
              </a:ext>
            </a:extLst>
          </p:cNvPr>
          <p:cNvSpPr txBox="1"/>
          <p:nvPr/>
        </p:nvSpPr>
        <p:spPr>
          <a:xfrm>
            <a:off x="-11868" y="6828652"/>
            <a:ext cx="1568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10: 28</a:t>
            </a:r>
          </a:p>
        </p:txBody>
      </p:sp>
      <p:pic>
        <p:nvPicPr>
          <p:cNvPr id="36" name="Picture 35" descr="A graph with blue and green bars&#10;&#10;AI-generated content may be incorrect.">
            <a:extLst>
              <a:ext uri="{FF2B5EF4-FFF2-40B4-BE49-F238E27FC236}">
                <a16:creationId xmlns:a16="http://schemas.microsoft.com/office/drawing/2014/main" id="{AC1DDB78-980E-D4BF-B97E-DF403E6A5D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93" y="9380326"/>
            <a:ext cx="3533674" cy="2020159"/>
          </a:xfrm>
          <a:prstGeom prst="rect">
            <a:avLst/>
          </a:prstGeom>
        </p:spPr>
      </p:pic>
      <p:pic>
        <p:nvPicPr>
          <p:cNvPr id="38" name="Picture 37" descr="A graph of obesity&#10;&#10;AI-generated content may be incorrect.">
            <a:extLst>
              <a:ext uri="{FF2B5EF4-FFF2-40B4-BE49-F238E27FC236}">
                <a16:creationId xmlns:a16="http://schemas.microsoft.com/office/drawing/2014/main" id="{A03D51A1-2FC0-B349-8624-2E84A9AA7B1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167" y="9380326"/>
            <a:ext cx="3533674" cy="2020159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C7FA27A5-8930-D147-B193-041B43CA7FCD}"/>
              </a:ext>
            </a:extLst>
          </p:cNvPr>
          <p:cNvSpPr/>
          <p:nvPr/>
        </p:nvSpPr>
        <p:spPr>
          <a:xfrm>
            <a:off x="2415954" y="9818409"/>
            <a:ext cx="165104" cy="15820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38D564-28AA-EACA-7E91-CB38B98EAD90}"/>
              </a:ext>
            </a:extLst>
          </p:cNvPr>
          <p:cNvSpPr/>
          <p:nvPr/>
        </p:nvSpPr>
        <p:spPr>
          <a:xfrm>
            <a:off x="5949628" y="9941239"/>
            <a:ext cx="165104" cy="1459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3A8E3A-9DDD-54E1-2BE7-C2D596AE926C}"/>
              </a:ext>
            </a:extLst>
          </p:cNvPr>
          <p:cNvSpPr txBox="1"/>
          <p:nvPr/>
        </p:nvSpPr>
        <p:spPr>
          <a:xfrm>
            <a:off x="7525489" y="-7721"/>
            <a:ext cx="1445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9: 31</a:t>
            </a:r>
          </a:p>
        </p:txBody>
      </p:sp>
      <p:pic>
        <p:nvPicPr>
          <p:cNvPr id="43" name="Picture 42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2E1940DE-6897-4C7F-A7DD-BC71EB24D24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0"/>
          <a:stretch>
            <a:fillRect/>
          </a:stretch>
        </p:blipFill>
        <p:spPr>
          <a:xfrm>
            <a:off x="7622457" y="4742452"/>
            <a:ext cx="3466955" cy="2024048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7AFC14F7-F4CB-8FB9-D2B2-4D902ACCE964}"/>
              </a:ext>
            </a:extLst>
          </p:cNvPr>
          <p:cNvSpPr/>
          <p:nvPr/>
        </p:nvSpPr>
        <p:spPr>
          <a:xfrm>
            <a:off x="9515711" y="5527342"/>
            <a:ext cx="165104" cy="1235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1C0A02-0C75-A2EC-9E56-1922A3EA01BC}"/>
              </a:ext>
            </a:extLst>
          </p:cNvPr>
          <p:cNvSpPr txBox="1"/>
          <p:nvPr/>
        </p:nvSpPr>
        <p:spPr>
          <a:xfrm>
            <a:off x="11108873" y="0"/>
            <a:ext cx="1445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 4: 48</a:t>
            </a:r>
          </a:p>
        </p:txBody>
      </p:sp>
      <p:pic>
        <p:nvPicPr>
          <p:cNvPr id="55" name="Picture 54" descr="A graph of diabetes&#10;&#10;AI-generated content may be incorrect.">
            <a:extLst>
              <a:ext uri="{FF2B5EF4-FFF2-40B4-BE49-F238E27FC236}">
                <a16:creationId xmlns:a16="http://schemas.microsoft.com/office/drawing/2014/main" id="{AF7D8BC0-A1CC-D4CA-8828-3563BAE0CB6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0193" y="0"/>
            <a:ext cx="2659179" cy="1508573"/>
          </a:xfrm>
          <a:prstGeom prst="rect">
            <a:avLst/>
          </a:prstGeom>
        </p:spPr>
      </p:pic>
      <p:pic>
        <p:nvPicPr>
          <p:cNvPr id="57" name="Picture 56" descr="A graph of a number of patients with immunodeficiency&#10;&#10;AI-generated content may be incorrect.">
            <a:extLst>
              <a:ext uri="{FF2B5EF4-FFF2-40B4-BE49-F238E27FC236}">
                <a16:creationId xmlns:a16="http://schemas.microsoft.com/office/drawing/2014/main" id="{4D461F92-2788-E9C8-D68D-48DBD38147D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9350" y="1626343"/>
            <a:ext cx="2650022" cy="1508573"/>
          </a:xfrm>
          <a:prstGeom prst="rect">
            <a:avLst/>
          </a:prstGeom>
        </p:spPr>
      </p:pic>
      <p:pic>
        <p:nvPicPr>
          <p:cNvPr id="59" name="Picture 58" descr="A graph of a number of patients with disabilities&#10;&#10;AI-generated content may be incorrect.">
            <a:extLst>
              <a:ext uri="{FF2B5EF4-FFF2-40B4-BE49-F238E27FC236}">
                <a16:creationId xmlns:a16="http://schemas.microsoft.com/office/drawing/2014/main" id="{00D4BA9A-F914-9123-1440-5AB50DEAEBD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0100" y="3252687"/>
            <a:ext cx="2616455" cy="1508573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F9ED0E26-A80A-00E2-536D-D8F692B6B28D}"/>
              </a:ext>
            </a:extLst>
          </p:cNvPr>
          <p:cNvSpPr/>
          <p:nvPr/>
        </p:nvSpPr>
        <p:spPr>
          <a:xfrm>
            <a:off x="15695613" y="511791"/>
            <a:ext cx="156950" cy="9550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7321F1A-47BF-6DA8-D6F4-4E53A3CECB37}"/>
              </a:ext>
            </a:extLst>
          </p:cNvPr>
          <p:cNvSpPr/>
          <p:nvPr/>
        </p:nvSpPr>
        <p:spPr>
          <a:xfrm>
            <a:off x="15695613" y="2286000"/>
            <a:ext cx="156950" cy="8316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3281E2D-BB4B-3F39-3955-C439CD7ED701}"/>
              </a:ext>
            </a:extLst>
          </p:cNvPr>
          <p:cNvSpPr/>
          <p:nvPr/>
        </p:nvSpPr>
        <p:spPr>
          <a:xfrm>
            <a:off x="15695613" y="4094328"/>
            <a:ext cx="156950" cy="6669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8F6F15EF-00E1-59FC-ECB6-5FED6EF67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608010"/>
              </p:ext>
            </p:extLst>
          </p:nvPr>
        </p:nvGraphicFramePr>
        <p:xfrm>
          <a:off x="11574069" y="5104263"/>
          <a:ext cx="1849272" cy="18288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921224">
                  <a:extLst>
                    <a:ext uri="{9D8B030D-6E8A-4147-A177-3AD203B41FA5}">
                      <a16:colId xmlns:a16="http://schemas.microsoft.com/office/drawing/2014/main" val="2564542787"/>
                    </a:ext>
                  </a:extLst>
                </a:gridCol>
                <a:gridCol w="443552">
                  <a:extLst>
                    <a:ext uri="{9D8B030D-6E8A-4147-A177-3AD203B41FA5}">
                      <a16:colId xmlns:a16="http://schemas.microsoft.com/office/drawing/2014/main" val="3919806456"/>
                    </a:ext>
                  </a:extLst>
                </a:gridCol>
                <a:gridCol w="484496">
                  <a:extLst>
                    <a:ext uri="{9D8B030D-6E8A-4147-A177-3AD203B41FA5}">
                      <a16:colId xmlns:a16="http://schemas.microsoft.com/office/drawing/2014/main" val="1772552506"/>
                    </a:ext>
                  </a:extLst>
                </a:gridCol>
              </a:tblGrid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/>
                        <a:t>Comorb</a:t>
                      </a:r>
                      <a:endParaRPr lang="en-US" sz="800" b="1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First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Second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725227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Anxiety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921084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Asthma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329454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Bowel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636726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Cancer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47104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Depression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885662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Diabetes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195580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Eating disorder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85274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Hypertension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C9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089382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Immunodeficiency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C15/C4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600542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Neurological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41452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Obesity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C10/C11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38090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Psychiatric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470635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Spinal cord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C15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456845"/>
                  </a:ext>
                </a:extLst>
              </a:tr>
              <a:tr h="10962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Stroke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197951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4CF84819-5AD4-C673-9CD2-03F750974FA7}"/>
              </a:ext>
            </a:extLst>
          </p:cNvPr>
          <p:cNvSpPr txBox="1"/>
          <p:nvPr/>
        </p:nvSpPr>
        <p:spPr>
          <a:xfrm>
            <a:off x="-11868" y="-2039046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07E00C7-07D1-753C-ADAF-4B9566394259}"/>
              </a:ext>
            </a:extLst>
          </p:cNvPr>
          <p:cNvSpPr txBox="1"/>
          <p:nvPr/>
        </p:nvSpPr>
        <p:spPr>
          <a:xfrm>
            <a:off x="-11868" y="11382848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3</a:t>
            </a:r>
          </a:p>
        </p:txBody>
      </p:sp>
    </p:spTree>
    <p:extLst>
      <p:ext uri="{BB962C8B-B14F-4D97-AF65-F5344CB8AC3E}">
        <p14:creationId xmlns:p14="http://schemas.microsoft.com/office/powerpoint/2010/main" val="264813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4BF4-3C4C-D90D-E9DA-16D52699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>
            <a:extLst>
              <a:ext uri="{FF2B5EF4-FFF2-40B4-BE49-F238E27FC236}">
                <a16:creationId xmlns:a16="http://schemas.microsoft.com/office/drawing/2014/main" id="{8FC8B7DD-5CAA-F76D-B308-9AE7DE445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537" y="3778595"/>
            <a:ext cx="4586481" cy="273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09F51E6D-D2CD-286C-73B4-F9DD2A30C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538" y="868662"/>
            <a:ext cx="4586479" cy="273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64146E7A-21BE-986A-7B31-0AEA9BCB6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89448"/>
            <a:ext cx="4586479" cy="273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4FC433C-A9BD-2716-BE18-DCF459EF8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868" y="860941"/>
            <a:ext cx="4586479" cy="273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2D1835-2490-25D3-5716-AA0E5E0CB732}"/>
              </a:ext>
            </a:extLst>
          </p:cNvPr>
          <p:cNvSpPr txBox="1"/>
          <p:nvPr/>
        </p:nvSpPr>
        <p:spPr>
          <a:xfrm>
            <a:off x="-11868" y="-2039046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6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9A8C2-0F1A-E21A-8402-F5F1D294C20E}"/>
              </a:ext>
            </a:extLst>
          </p:cNvPr>
          <p:cNvSpPr txBox="1"/>
          <p:nvPr/>
        </p:nvSpPr>
        <p:spPr>
          <a:xfrm>
            <a:off x="0" y="9144000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Figure 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886458-B0BC-1AF0-A995-FA637FE51131}"/>
              </a:ext>
            </a:extLst>
          </p:cNvPr>
          <p:cNvSpPr txBox="1"/>
          <p:nvPr/>
        </p:nvSpPr>
        <p:spPr>
          <a:xfrm>
            <a:off x="0" y="676275"/>
            <a:ext cx="4586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max(), max()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C65EF-CB52-385C-2F9F-3E6A32F2D7AE}"/>
              </a:ext>
            </a:extLst>
          </p:cNvPr>
          <p:cNvSpPr txBox="1"/>
          <p:nvPr/>
        </p:nvSpPr>
        <p:spPr>
          <a:xfrm>
            <a:off x="0" y="3604782"/>
            <a:ext cx="4586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min(), min()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4226D-9B2E-14C3-348A-1F49D61ACC89}"/>
              </a:ext>
            </a:extLst>
          </p:cNvPr>
          <p:cNvSpPr txBox="1"/>
          <p:nvPr/>
        </p:nvSpPr>
        <p:spPr>
          <a:xfrm>
            <a:off x="4598347" y="676275"/>
            <a:ext cx="4586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max(), min()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84351B-025C-8A05-A1C2-B795EC3B6E57}"/>
              </a:ext>
            </a:extLst>
          </p:cNvPr>
          <p:cNvSpPr txBox="1"/>
          <p:nvPr/>
        </p:nvSpPr>
        <p:spPr>
          <a:xfrm>
            <a:off x="11868" y="-7721"/>
            <a:ext cx="4586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first_survey</a:t>
            </a:r>
            <a:r>
              <a:rPr lang="en-US" dirty="0"/>
              <a:t>, </a:t>
            </a:r>
            <a:r>
              <a:rPr lang="en-US" dirty="0" err="1"/>
              <a:t>second_survey</a:t>
            </a:r>
            <a:endParaRPr lang="en-US" dirty="0"/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57EDF1AD-9123-49D6-A240-CAFBF4940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076" y="3778595"/>
            <a:ext cx="4724428" cy="281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8CD1E423-ABAC-9DB5-3DD3-58747E3DD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4944" y="819793"/>
            <a:ext cx="4724428" cy="281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48C0AF-B84D-E4A8-AB55-E63786D01544}"/>
              </a:ext>
            </a:extLst>
          </p:cNvPr>
          <p:cNvSpPr txBox="1"/>
          <p:nvPr/>
        </p:nvSpPr>
        <p:spPr>
          <a:xfrm>
            <a:off x="4586479" y="3604782"/>
            <a:ext cx="4586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min(), max()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BAE251-F946-E93D-7563-F51A122F9B0D}"/>
              </a:ext>
            </a:extLst>
          </p:cNvPr>
          <p:cNvSpPr txBox="1"/>
          <p:nvPr/>
        </p:nvSpPr>
        <p:spPr>
          <a:xfrm>
            <a:off x="9291753" y="676275"/>
            <a:ext cx="4586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avg(), avg()</a:t>
            </a:r>
          </a:p>
        </p:txBody>
      </p:sp>
    </p:spTree>
    <p:extLst>
      <p:ext uri="{BB962C8B-B14F-4D97-AF65-F5344CB8AC3E}">
        <p14:creationId xmlns:p14="http://schemas.microsoft.com/office/powerpoint/2010/main" val="781191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E336C-96C0-1924-FC09-298F7ADE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52923C-A90E-A3DF-9B3F-223B0D51C899}"/>
              </a:ext>
            </a:extLst>
          </p:cNvPr>
          <p:cNvSpPr txBox="1"/>
          <p:nvPr/>
        </p:nvSpPr>
        <p:spPr>
          <a:xfrm>
            <a:off x="-11868" y="-2039046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5</a:t>
            </a:r>
          </a:p>
          <a:p>
            <a:r>
              <a:rPr lang="en-US" dirty="0"/>
              <a:t>OLD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0C426A-E994-2A9A-0913-F9476FE1B5D2}"/>
              </a:ext>
            </a:extLst>
          </p:cNvPr>
          <p:cNvSpPr txBox="1"/>
          <p:nvPr/>
        </p:nvSpPr>
        <p:spPr>
          <a:xfrm>
            <a:off x="0" y="9144000"/>
            <a:ext cx="9635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OLD</a:t>
            </a:r>
          </a:p>
          <a:p>
            <a:r>
              <a:rPr lang="en-US" dirty="0"/>
              <a:t>Figure 5</a:t>
            </a:r>
          </a:p>
        </p:txBody>
      </p:sp>
      <p:pic>
        <p:nvPicPr>
          <p:cNvPr id="7" name="Picture 6" descr="A graph of different colored rectangular objects&#10;&#10;AI-generated content may be incorrect.">
            <a:extLst>
              <a:ext uri="{FF2B5EF4-FFF2-40B4-BE49-F238E27FC236}">
                <a16:creationId xmlns:a16="http://schemas.microsoft.com/office/drawing/2014/main" id="{8EE632DE-F5E0-8167-DB05-8B0ED41D2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072" y="1895560"/>
            <a:ext cx="4480776" cy="1903281"/>
          </a:xfrm>
          <a:prstGeom prst="rect">
            <a:avLst/>
          </a:prstGeom>
        </p:spPr>
      </p:pic>
      <p:pic>
        <p:nvPicPr>
          <p:cNvPr id="9" name="Picture 8" descr="A graph of green and black candlesticks&#10;&#10;AI-generated content may be incorrect.">
            <a:extLst>
              <a:ext uri="{FF2B5EF4-FFF2-40B4-BE49-F238E27FC236}">
                <a16:creationId xmlns:a16="http://schemas.microsoft.com/office/drawing/2014/main" id="{4DB9182F-2B65-4029-C39D-1778173850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072" y="-7721"/>
            <a:ext cx="4480776" cy="1903281"/>
          </a:xfrm>
          <a:prstGeom prst="rect">
            <a:avLst/>
          </a:prstGeom>
        </p:spPr>
      </p:pic>
      <p:pic>
        <p:nvPicPr>
          <p:cNvPr id="11" name="Picture 10" descr="A graph of candlesticks and other objects&#10;&#10;AI-generated content may be incorrect.">
            <a:extLst>
              <a:ext uri="{FF2B5EF4-FFF2-40B4-BE49-F238E27FC236}">
                <a16:creationId xmlns:a16="http://schemas.microsoft.com/office/drawing/2014/main" id="{B8F79E65-5904-219D-613C-53F6D9B074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072" y="5709843"/>
            <a:ext cx="4480776" cy="1903281"/>
          </a:xfrm>
          <a:prstGeom prst="rect">
            <a:avLst/>
          </a:prstGeom>
        </p:spPr>
      </p:pic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1FEB76C8-D43D-5640-3D39-C033714FFB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072" y="3798841"/>
            <a:ext cx="4480776" cy="1903281"/>
          </a:xfrm>
          <a:prstGeom prst="rect">
            <a:avLst/>
          </a:prstGeom>
        </p:spPr>
      </p:pic>
      <p:pic>
        <p:nvPicPr>
          <p:cNvPr id="15" name="Picture 14" descr="A graph of different colored boxes&#10;&#10;AI-generated content may be incorrect.">
            <a:extLst>
              <a:ext uri="{FF2B5EF4-FFF2-40B4-BE49-F238E27FC236}">
                <a16:creationId xmlns:a16="http://schemas.microsoft.com/office/drawing/2014/main" id="{25BB1129-6BEE-269F-4002-0DCAA66989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848" y="1903281"/>
            <a:ext cx="1903281" cy="1903281"/>
          </a:xfrm>
          <a:prstGeom prst="rect">
            <a:avLst/>
          </a:prstGeom>
        </p:spPr>
      </p:pic>
      <p:pic>
        <p:nvPicPr>
          <p:cNvPr id="17" name="Picture 16" descr="A chart with green and white boxes&#10;&#10;AI-generated content may be incorrect.">
            <a:extLst>
              <a:ext uri="{FF2B5EF4-FFF2-40B4-BE49-F238E27FC236}">
                <a16:creationId xmlns:a16="http://schemas.microsoft.com/office/drawing/2014/main" id="{DBDB9524-F54D-FD54-3AEB-D5E7BD4D1E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848" y="0"/>
            <a:ext cx="1903281" cy="1903281"/>
          </a:xfrm>
          <a:prstGeom prst="rect">
            <a:avLst/>
          </a:prstGeom>
        </p:spPr>
      </p:pic>
      <p:pic>
        <p:nvPicPr>
          <p:cNvPr id="6" name="Picture 5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361C6D15-1D2D-FCFB-0BC8-D7DB98E96B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4" y="51757"/>
            <a:ext cx="3694302" cy="2786332"/>
          </a:xfrm>
          <a:prstGeom prst="rect">
            <a:avLst/>
          </a:prstGeom>
        </p:spPr>
      </p:pic>
      <p:pic>
        <p:nvPicPr>
          <p:cNvPr id="10" name="Picture 9" descr="A diagram of a cluster of small colored dots&#10;&#10;AI-generated content may be incorrect.">
            <a:extLst>
              <a:ext uri="{FF2B5EF4-FFF2-40B4-BE49-F238E27FC236}">
                <a16:creationId xmlns:a16="http://schemas.microsoft.com/office/drawing/2014/main" id="{AE43A7A5-53C6-1778-E906-3ACDF366A4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4" y="2838089"/>
            <a:ext cx="3648797" cy="23722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1ECF5B-0F5B-310D-D14A-6A81038BF7F1}"/>
              </a:ext>
            </a:extLst>
          </p:cNvPr>
          <p:cNvSpPr txBox="1"/>
          <p:nvPr/>
        </p:nvSpPr>
        <p:spPr>
          <a:xfrm>
            <a:off x="0" y="0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A72CAF-41A5-939F-166D-D8C192CEFC38}"/>
              </a:ext>
            </a:extLst>
          </p:cNvPr>
          <p:cNvSpPr txBox="1"/>
          <p:nvPr/>
        </p:nvSpPr>
        <p:spPr>
          <a:xfrm>
            <a:off x="0" y="285534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</a:t>
            </a:r>
          </a:p>
        </p:txBody>
      </p:sp>
      <p:pic>
        <p:nvPicPr>
          <p:cNvPr id="19" name="Picture 18" descr="A diagram of a group of colored boxes&#10;&#10;AI-generated content may be incorrect.">
            <a:extLst>
              <a:ext uri="{FF2B5EF4-FFF2-40B4-BE49-F238E27FC236}">
                <a16:creationId xmlns:a16="http://schemas.microsoft.com/office/drawing/2014/main" id="{F16A3280-3038-412A-1548-EFDDC1D476F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570" y="4750481"/>
            <a:ext cx="3627593" cy="2164085"/>
          </a:xfrm>
          <a:prstGeom prst="rect">
            <a:avLst/>
          </a:prstGeom>
        </p:spPr>
      </p:pic>
      <p:pic>
        <p:nvPicPr>
          <p:cNvPr id="21" name="Picture 20" descr="A chart of a number of yellow and green rectangular objects&#10;&#10;AI-generated content may be incorrect.">
            <a:extLst>
              <a:ext uri="{FF2B5EF4-FFF2-40B4-BE49-F238E27FC236}">
                <a16:creationId xmlns:a16="http://schemas.microsoft.com/office/drawing/2014/main" id="{873F834F-79B0-A0B5-AC53-1C46B9AE89A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871" y="184666"/>
            <a:ext cx="3648797" cy="2176734"/>
          </a:xfrm>
          <a:prstGeom prst="rect">
            <a:avLst/>
          </a:prstGeom>
        </p:spPr>
      </p:pic>
      <p:pic>
        <p:nvPicPr>
          <p:cNvPr id="23" name="Picture 22" descr="A chart with yellow and green rectangular shapes&#10;&#10;AI-generated content may be incorrect.">
            <a:extLst>
              <a:ext uri="{FF2B5EF4-FFF2-40B4-BE49-F238E27FC236}">
                <a16:creationId xmlns:a16="http://schemas.microsoft.com/office/drawing/2014/main" id="{7AE48E79-ABE3-36C4-089D-7D0314632A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570" y="2497399"/>
            <a:ext cx="3477593" cy="207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50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6BDA86B-C33C-A434-E297-77BA4A41F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867" y="0"/>
            <a:ext cx="6800398" cy="679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1E78656-6E91-B0BB-0A2C-066C5A91C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726" y="5787669"/>
            <a:ext cx="4344075" cy="2591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452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29770</TotalTime>
  <Words>620</Words>
  <Application>Microsoft Office PowerPoint</Application>
  <PresentationFormat>Custom</PresentationFormat>
  <Paragraphs>338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Peng, Beverly</dc:creator>
  <cp:lastModifiedBy>Peng, Beverly</cp:lastModifiedBy>
  <cp:revision>10</cp:revision>
  <dcterms:created xsi:type="dcterms:W3CDTF">2025-07-17T07:52:44Z</dcterms:created>
  <dcterms:modified xsi:type="dcterms:W3CDTF">2025-09-19T19:32:35Z</dcterms:modified>
</cp:coreProperties>
</file>