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8"/>
  </p:notesMasterIdLst>
  <p:sldIdLst>
    <p:sldId id="256" r:id="rId2"/>
    <p:sldId id="266" r:id="rId3"/>
    <p:sldId id="257" r:id="rId4"/>
    <p:sldId id="260" r:id="rId5"/>
    <p:sldId id="273" r:id="rId6"/>
    <p:sldId id="262" r:id="rId7"/>
  </p:sldIdLst>
  <p:sldSz cx="18288000" cy="1828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CB099-3737-4639-AB77-FAC603F5FFE0}" v="441" dt="2025-10-28T05:17:48.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87668" autoAdjust="0"/>
  </p:normalViewPr>
  <p:slideViewPr>
    <p:cSldViewPr snapToGrid="0">
      <p:cViewPr>
        <p:scale>
          <a:sx n="110" d="100"/>
          <a:sy n="110" d="100"/>
        </p:scale>
        <p:origin x="48" y="108"/>
      </p:cViewPr>
      <p:guideLst/>
    </p:cSldViewPr>
  </p:slideViewPr>
  <p:notesTextViewPr>
    <p:cViewPr>
      <p:scale>
        <a:sx n="1" d="1"/>
        <a:sy n="1" d="1"/>
      </p:scale>
      <p:origin x="0" y="-3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ng, Beverly" userId="e9b9e11a-e91c-420a-9e81-bc866672ff32" providerId="ADAL" clId="{CAA6A578-8FBD-4CEA-B1F9-A33AA3FE61AD}"/>
    <pc:docChg chg="custSel modSld">
      <pc:chgData name="Peng, Beverly" userId="e9b9e11a-e91c-420a-9e81-bc866672ff32" providerId="ADAL" clId="{CAA6A578-8FBD-4CEA-B1F9-A33AA3FE61AD}" dt="2025-09-19T19:32:24.580" v="164" actId="1076"/>
      <pc:docMkLst>
        <pc:docMk/>
      </pc:docMkLst>
      <pc:sldChg chg="addSp delSp modSp mod">
        <pc:chgData name="Peng, Beverly" userId="e9b9e11a-e91c-420a-9e81-bc866672ff32" providerId="ADAL" clId="{CAA6A578-8FBD-4CEA-B1F9-A33AA3FE61AD}" dt="2025-09-18T05:32:38.433" v="160" actId="1038"/>
        <pc:sldMkLst>
          <pc:docMk/>
          <pc:sldMk cId="1465669113" sldId="260"/>
        </pc:sldMkLst>
      </pc:sldChg>
      <pc:sldChg chg="addSp delSp modSp mod">
        <pc:chgData name="Peng, Beverly" userId="e9b9e11a-e91c-420a-9e81-bc866672ff32" providerId="ADAL" clId="{CAA6A578-8FBD-4CEA-B1F9-A33AA3FE61AD}" dt="2025-09-13T00:33:14.097" v="15" actId="14100"/>
        <pc:sldMkLst>
          <pc:docMk/>
          <pc:sldMk cId="4107157045" sldId="262"/>
        </pc:sldMkLst>
      </pc:sldChg>
      <pc:sldChg chg="addSp delSp modSp mod modNotesTx">
        <pc:chgData name="Peng, Beverly" userId="e9b9e11a-e91c-420a-9e81-bc866672ff32" providerId="ADAL" clId="{CAA6A578-8FBD-4CEA-B1F9-A33AA3FE61AD}" dt="2025-09-19T19:32:24.580" v="164" actId="1076"/>
        <pc:sldMkLst>
          <pc:docMk/>
          <pc:sldMk cId="4157748097" sldId="266"/>
        </pc:sldMkLst>
      </pc:sldChg>
      <pc:sldChg chg="addSp delSp modSp">
        <pc:chgData name="Peng, Beverly" userId="e9b9e11a-e91c-420a-9e81-bc866672ff32" providerId="ADAL" clId="{CAA6A578-8FBD-4CEA-B1F9-A33AA3FE61AD}" dt="2025-09-19T19:10:39.263" v="163" actId="478"/>
        <pc:sldMkLst>
          <pc:docMk/>
          <pc:sldMk cId="3696237369" sldId="271"/>
        </pc:sldMkLst>
      </pc:sldChg>
    </pc:docChg>
  </pc:docChgLst>
  <pc:docChgLst>
    <pc:chgData name="Peng, Beverly" userId="e9b9e11a-e91c-420a-9e81-bc866672ff32" providerId="ADAL" clId="{C9E82030-AA24-46CB-9A2B-61E31DD56DAD}"/>
    <pc:docChg chg="undo custSel addSld delSld modSld modMainMaster modNotesMaster">
      <pc:chgData name="Peng, Beverly" userId="e9b9e11a-e91c-420a-9e81-bc866672ff32" providerId="ADAL" clId="{C9E82030-AA24-46CB-9A2B-61E31DD56DAD}" dt="2025-10-27T20:39:16.163" v="4552" actId="1036"/>
      <pc:docMkLst>
        <pc:docMk/>
      </pc:docMkLst>
      <pc:sldChg chg="modSp mod modNotes">
        <pc:chgData name="Peng, Beverly" userId="e9b9e11a-e91c-420a-9e81-bc866672ff32" providerId="ADAL" clId="{C9E82030-AA24-46CB-9A2B-61E31DD56DAD}" dt="2025-10-23T16:56:37.114" v="1278" actId="14100"/>
        <pc:sldMkLst>
          <pc:docMk/>
          <pc:sldMk cId="3944132494" sldId="256"/>
        </pc:sldMkLst>
        <pc:spChg chg="mod">
          <ac:chgData name="Peng, Beverly" userId="e9b9e11a-e91c-420a-9e81-bc866672ff32" providerId="ADAL" clId="{C9E82030-AA24-46CB-9A2B-61E31DD56DAD}" dt="2025-10-23T03:50:28.785" v="708"/>
          <ac:spMkLst>
            <pc:docMk/>
            <pc:sldMk cId="3944132494" sldId="256"/>
            <ac:spMk id="6" creationId="{6B870E18-B2AB-8416-47A4-A051DAAAE5A0}"/>
          </ac:spMkLst>
        </pc:spChg>
        <pc:spChg chg="mod">
          <ac:chgData name="Peng, Beverly" userId="e9b9e11a-e91c-420a-9e81-bc866672ff32" providerId="ADAL" clId="{C9E82030-AA24-46CB-9A2B-61E31DD56DAD}" dt="2025-10-23T03:50:28.785" v="708"/>
          <ac:spMkLst>
            <pc:docMk/>
            <pc:sldMk cId="3944132494" sldId="256"/>
            <ac:spMk id="7" creationId="{97584B4E-1354-B901-0B84-2C21C7681540}"/>
          </ac:spMkLst>
        </pc:spChg>
        <pc:picChg chg="mod">
          <ac:chgData name="Peng, Beverly" userId="e9b9e11a-e91c-420a-9e81-bc866672ff32" providerId="ADAL" clId="{C9E82030-AA24-46CB-9A2B-61E31DD56DAD}" dt="2025-10-23T16:56:37.114" v="1278" actId="14100"/>
          <ac:picMkLst>
            <pc:docMk/>
            <pc:sldMk cId="3944132494" sldId="256"/>
            <ac:picMk id="5" creationId="{BADF95AD-4DFF-6DB0-922A-489DEAF01C5E}"/>
          </ac:picMkLst>
        </pc:picChg>
      </pc:sldChg>
      <pc:sldChg chg="addSp delSp modSp mod modNotes">
        <pc:chgData name="Peng, Beverly" userId="e9b9e11a-e91c-420a-9e81-bc866672ff32" providerId="ADAL" clId="{C9E82030-AA24-46CB-9A2B-61E31DD56DAD}" dt="2025-10-27T20:29:36.092" v="4493" actId="1076"/>
        <pc:sldMkLst>
          <pc:docMk/>
          <pc:sldMk cId="480921012" sldId="257"/>
        </pc:sldMkLst>
        <pc:spChg chg="add mod">
          <ac:chgData name="Peng, Beverly" userId="e9b9e11a-e91c-420a-9e81-bc866672ff32" providerId="ADAL" clId="{C9E82030-AA24-46CB-9A2B-61E31DD56DAD}" dt="2025-10-27T17:12:15.037" v="4234" actId="1076"/>
          <ac:spMkLst>
            <pc:docMk/>
            <pc:sldMk cId="480921012" sldId="257"/>
            <ac:spMk id="4" creationId="{1EFF3152-8DD0-3C3D-62BB-C538ED1DDDB8}"/>
          </ac:spMkLst>
        </pc:spChg>
        <pc:spChg chg="add mod">
          <ac:chgData name="Peng, Beverly" userId="e9b9e11a-e91c-420a-9e81-bc866672ff32" providerId="ADAL" clId="{C9E82030-AA24-46CB-9A2B-61E31DD56DAD}" dt="2025-10-27T17:12:08.065" v="4233" actId="208"/>
          <ac:spMkLst>
            <pc:docMk/>
            <pc:sldMk cId="480921012" sldId="257"/>
            <ac:spMk id="5" creationId="{000405F9-5769-22CC-4DEA-0F7530824916}"/>
          </ac:spMkLst>
        </pc:spChg>
        <pc:spChg chg="mod">
          <ac:chgData name="Peng, Beverly" userId="e9b9e11a-e91c-420a-9e81-bc866672ff32" providerId="ADAL" clId="{C9E82030-AA24-46CB-9A2B-61E31DD56DAD}" dt="2025-10-23T20:06:14.841" v="2630" actId="20577"/>
          <ac:spMkLst>
            <pc:docMk/>
            <pc:sldMk cId="480921012" sldId="257"/>
            <ac:spMk id="6" creationId="{848C27A7-B841-E129-094E-6A756BB50605}"/>
          </ac:spMkLst>
        </pc:spChg>
        <pc:spChg chg="add mod">
          <ac:chgData name="Peng, Beverly" userId="e9b9e11a-e91c-420a-9e81-bc866672ff32" providerId="ADAL" clId="{C9E82030-AA24-46CB-9A2B-61E31DD56DAD}" dt="2025-10-27T18:04:05.856" v="4408" actId="121"/>
          <ac:spMkLst>
            <pc:docMk/>
            <pc:sldMk cId="480921012" sldId="257"/>
            <ac:spMk id="7" creationId="{CDF87134-13A3-A1B5-DB98-52C807D89D79}"/>
          </ac:spMkLst>
        </pc:spChg>
        <pc:spChg chg="add mod">
          <ac:chgData name="Peng, Beverly" userId="e9b9e11a-e91c-420a-9e81-bc866672ff32" providerId="ADAL" clId="{C9E82030-AA24-46CB-9A2B-61E31DD56DAD}" dt="2025-10-27T18:03:57.299" v="4407" actId="1036"/>
          <ac:spMkLst>
            <pc:docMk/>
            <pc:sldMk cId="480921012" sldId="257"/>
            <ac:spMk id="8" creationId="{13CCAAA8-C6DF-7051-42ED-566C517B103F}"/>
          </ac:spMkLst>
        </pc:spChg>
        <pc:spChg chg="mod ord">
          <ac:chgData name="Peng, Beverly" userId="e9b9e11a-e91c-420a-9e81-bc866672ff32" providerId="ADAL" clId="{C9E82030-AA24-46CB-9A2B-61E31DD56DAD}" dt="2025-10-27T17:31:13.427" v="4339" actId="166"/>
          <ac:spMkLst>
            <pc:docMk/>
            <pc:sldMk cId="480921012" sldId="257"/>
            <ac:spMk id="9" creationId="{DC4AB4D1-CC91-06D2-7569-D276A415E2FA}"/>
          </ac:spMkLst>
        </pc:spChg>
        <pc:spChg chg="mod">
          <ac:chgData name="Peng, Beverly" userId="e9b9e11a-e91c-420a-9e81-bc866672ff32" providerId="ADAL" clId="{C9E82030-AA24-46CB-9A2B-61E31DD56DAD}" dt="2025-10-27T17:05:18.306" v="4176" actId="1038"/>
          <ac:spMkLst>
            <pc:docMk/>
            <pc:sldMk cId="480921012" sldId="257"/>
            <ac:spMk id="10" creationId="{1BE9A764-36F5-30CB-8A53-5266CE26E38B}"/>
          </ac:spMkLst>
        </pc:spChg>
        <pc:spChg chg="mod">
          <ac:chgData name="Peng, Beverly" userId="e9b9e11a-e91c-420a-9e81-bc866672ff32" providerId="ADAL" clId="{C9E82030-AA24-46CB-9A2B-61E31DD56DAD}" dt="2025-10-27T17:04:54.890" v="4158" actId="1038"/>
          <ac:spMkLst>
            <pc:docMk/>
            <pc:sldMk cId="480921012" sldId="257"/>
            <ac:spMk id="14" creationId="{A92FB0CF-91B1-8299-CD1E-EE9297D53F87}"/>
          </ac:spMkLst>
        </pc:spChg>
        <pc:spChg chg="mod">
          <ac:chgData name="Peng, Beverly" userId="e9b9e11a-e91c-420a-9e81-bc866672ff32" providerId="ADAL" clId="{C9E82030-AA24-46CB-9A2B-61E31DD56DAD}" dt="2025-10-27T17:04:54.890" v="4158" actId="1038"/>
          <ac:spMkLst>
            <pc:docMk/>
            <pc:sldMk cId="480921012" sldId="257"/>
            <ac:spMk id="15" creationId="{AEC3A5E3-CDAB-710F-30CE-FCC1935CF5CD}"/>
          </ac:spMkLst>
        </pc:spChg>
        <pc:spChg chg="add mod">
          <ac:chgData name="Peng, Beverly" userId="e9b9e11a-e91c-420a-9e81-bc866672ff32" providerId="ADAL" clId="{C9E82030-AA24-46CB-9A2B-61E31DD56DAD}" dt="2025-10-27T17:13:06.707" v="4246" actId="1038"/>
          <ac:spMkLst>
            <pc:docMk/>
            <pc:sldMk cId="480921012" sldId="257"/>
            <ac:spMk id="16" creationId="{68FE0AAD-5E0C-6A0A-5C83-5E51B3FF288D}"/>
          </ac:spMkLst>
        </pc:spChg>
        <pc:spChg chg="add mod">
          <ac:chgData name="Peng, Beverly" userId="e9b9e11a-e91c-420a-9e81-bc866672ff32" providerId="ADAL" clId="{C9E82030-AA24-46CB-9A2B-61E31DD56DAD}" dt="2025-10-27T20:24:54.396" v="4478" actId="1036"/>
          <ac:spMkLst>
            <pc:docMk/>
            <pc:sldMk cId="480921012" sldId="257"/>
            <ac:spMk id="17" creationId="{E63A230A-536F-6E09-AD2D-AE2682F20AE3}"/>
          </ac:spMkLst>
        </pc:spChg>
        <pc:spChg chg="mod">
          <ac:chgData name="Peng, Beverly" userId="e9b9e11a-e91c-420a-9e81-bc866672ff32" providerId="ADAL" clId="{C9E82030-AA24-46CB-9A2B-61E31DD56DAD}" dt="2025-10-23T03:50:28.785" v="708"/>
          <ac:spMkLst>
            <pc:docMk/>
            <pc:sldMk cId="480921012" sldId="257"/>
            <ac:spMk id="26" creationId="{B4581211-6EAC-4B47-48A7-7A3787B75746}"/>
          </ac:spMkLst>
        </pc:spChg>
        <pc:spChg chg="mod">
          <ac:chgData name="Peng, Beverly" userId="e9b9e11a-e91c-420a-9e81-bc866672ff32" providerId="ADAL" clId="{C9E82030-AA24-46CB-9A2B-61E31DD56DAD}" dt="2025-10-23T03:50:28.785" v="708"/>
          <ac:spMkLst>
            <pc:docMk/>
            <pc:sldMk cId="480921012" sldId="257"/>
            <ac:spMk id="28" creationId="{92DF1877-A51D-DE82-620F-0735750607C3}"/>
          </ac:spMkLst>
        </pc:spChg>
        <pc:spChg chg="add mod">
          <ac:chgData name="Peng, Beverly" userId="e9b9e11a-e91c-420a-9e81-bc866672ff32" providerId="ADAL" clId="{C9E82030-AA24-46CB-9A2B-61E31DD56DAD}" dt="2025-10-23T20:50:24.203" v="2775" actId="1036"/>
          <ac:spMkLst>
            <pc:docMk/>
            <pc:sldMk cId="480921012" sldId="257"/>
            <ac:spMk id="38" creationId="{334E3AFC-14CB-15F7-4434-88AB511C4586}"/>
          </ac:spMkLst>
        </pc:spChg>
        <pc:spChg chg="add mod">
          <ac:chgData name="Peng, Beverly" userId="e9b9e11a-e91c-420a-9e81-bc866672ff32" providerId="ADAL" clId="{C9E82030-AA24-46CB-9A2B-61E31DD56DAD}" dt="2025-10-27T17:16:25.713" v="4247" actId="113"/>
          <ac:spMkLst>
            <pc:docMk/>
            <pc:sldMk cId="480921012" sldId="257"/>
            <ac:spMk id="43" creationId="{EF302609-070E-D90F-6CB5-3E3D80D785ED}"/>
          </ac:spMkLst>
        </pc:spChg>
        <pc:spChg chg="add mod">
          <ac:chgData name="Peng, Beverly" userId="e9b9e11a-e91c-420a-9e81-bc866672ff32" providerId="ADAL" clId="{C9E82030-AA24-46CB-9A2B-61E31DD56DAD}" dt="2025-10-27T17:04:54.890" v="4158" actId="1038"/>
          <ac:spMkLst>
            <pc:docMk/>
            <pc:sldMk cId="480921012" sldId="257"/>
            <ac:spMk id="45" creationId="{57B7262D-661E-A954-353B-31E50D5D239A}"/>
          </ac:spMkLst>
        </pc:spChg>
        <pc:spChg chg="add mod">
          <ac:chgData name="Peng, Beverly" userId="e9b9e11a-e91c-420a-9e81-bc866672ff32" providerId="ADAL" clId="{C9E82030-AA24-46CB-9A2B-61E31DD56DAD}" dt="2025-10-27T17:04:54.890" v="4158" actId="1038"/>
          <ac:spMkLst>
            <pc:docMk/>
            <pc:sldMk cId="480921012" sldId="257"/>
            <ac:spMk id="46" creationId="{3EFDB6CA-4C59-8128-1000-7B16DFBABEEE}"/>
          </ac:spMkLst>
        </pc:spChg>
        <pc:graphicFrameChg chg="mod modGraphic">
          <ac:chgData name="Peng, Beverly" userId="e9b9e11a-e91c-420a-9e81-bc866672ff32" providerId="ADAL" clId="{C9E82030-AA24-46CB-9A2B-61E31DD56DAD}" dt="2025-10-23T19:28:11.753" v="2579" actId="1076"/>
          <ac:graphicFrameMkLst>
            <pc:docMk/>
            <pc:sldMk cId="480921012" sldId="257"/>
            <ac:graphicFrameMk id="22" creationId="{1F7F774E-C832-0321-66BE-11514B965905}"/>
          </ac:graphicFrameMkLst>
        </pc:graphicFrameChg>
        <pc:picChg chg="add mod">
          <ac:chgData name="Peng, Beverly" userId="e9b9e11a-e91c-420a-9e81-bc866672ff32" providerId="ADAL" clId="{C9E82030-AA24-46CB-9A2B-61E31DD56DAD}" dt="2025-10-27T17:05:22.100" v="4177" actId="14100"/>
          <ac:picMkLst>
            <pc:docMk/>
            <pc:sldMk cId="480921012" sldId="257"/>
            <ac:picMk id="2" creationId="{9DB02ED4-61AC-8528-B3AC-0751F03FE3E7}"/>
          </ac:picMkLst>
        </pc:picChg>
        <pc:picChg chg="add mod">
          <ac:chgData name="Peng, Beverly" userId="e9b9e11a-e91c-420a-9e81-bc866672ff32" providerId="ADAL" clId="{C9E82030-AA24-46CB-9A2B-61E31DD56DAD}" dt="2025-10-23T19:28:07.278" v="2577" actId="1076"/>
          <ac:picMkLst>
            <pc:docMk/>
            <pc:sldMk cId="480921012" sldId="257"/>
            <ac:picMk id="3" creationId="{57431D65-FC8C-47F2-62BF-0695859831AE}"/>
          </ac:picMkLst>
        </pc:picChg>
        <pc:picChg chg="mod">
          <ac:chgData name="Peng, Beverly" userId="e9b9e11a-e91c-420a-9e81-bc866672ff32" providerId="ADAL" clId="{C9E82030-AA24-46CB-9A2B-61E31DD56DAD}" dt="2025-10-27T17:04:54.890" v="4158" actId="1038"/>
          <ac:picMkLst>
            <pc:docMk/>
            <pc:sldMk cId="480921012" sldId="257"/>
            <ac:picMk id="11" creationId="{F40AD039-C8E1-2039-2AC9-CEA45356440C}"/>
          </ac:picMkLst>
        </pc:picChg>
        <pc:picChg chg="add mod ord">
          <ac:chgData name="Peng, Beverly" userId="e9b9e11a-e91c-420a-9e81-bc866672ff32" providerId="ADAL" clId="{C9E82030-AA24-46CB-9A2B-61E31DD56DAD}" dt="2025-10-23T20:17:55.558" v="2728" actId="167"/>
          <ac:picMkLst>
            <pc:docMk/>
            <pc:sldMk cId="480921012" sldId="257"/>
            <ac:picMk id="12" creationId="{0792C2E2-C2A2-893E-FF6E-71B53F3E4D14}"/>
          </ac:picMkLst>
        </pc:picChg>
        <pc:picChg chg="mod">
          <ac:chgData name="Peng, Beverly" userId="e9b9e11a-e91c-420a-9e81-bc866672ff32" providerId="ADAL" clId="{C9E82030-AA24-46CB-9A2B-61E31DD56DAD}" dt="2025-10-23T20:18:46.602" v="2754" actId="1036"/>
          <ac:picMkLst>
            <pc:docMk/>
            <pc:sldMk cId="480921012" sldId="257"/>
            <ac:picMk id="13" creationId="{F7770CE7-F2CB-0759-7005-D619A242574B}"/>
          </ac:picMkLst>
        </pc:picChg>
        <pc:picChg chg="add mod ord">
          <ac:chgData name="Peng, Beverly" userId="e9b9e11a-e91c-420a-9e81-bc866672ff32" providerId="ADAL" clId="{C9E82030-AA24-46CB-9A2B-61E31DD56DAD}" dt="2025-10-27T18:03:22.504" v="4396" actId="14100"/>
          <ac:picMkLst>
            <pc:docMk/>
            <pc:sldMk cId="480921012" sldId="257"/>
            <ac:picMk id="19" creationId="{CEC05C4D-3529-CDE9-3F25-ED9341082D05}"/>
          </ac:picMkLst>
        </pc:picChg>
        <pc:picChg chg="add mod modCrop">
          <ac:chgData name="Peng, Beverly" userId="e9b9e11a-e91c-420a-9e81-bc866672ff32" providerId="ADAL" clId="{C9E82030-AA24-46CB-9A2B-61E31DD56DAD}" dt="2025-10-27T20:25:39.066" v="4486" actId="1076"/>
          <ac:picMkLst>
            <pc:docMk/>
            <pc:sldMk cId="480921012" sldId="257"/>
            <ac:picMk id="21" creationId="{1A27CE8C-56AB-4825-82AC-D7523F8835AC}"/>
          </ac:picMkLst>
        </pc:picChg>
        <pc:picChg chg="add mod modCrop">
          <ac:chgData name="Peng, Beverly" userId="e9b9e11a-e91c-420a-9e81-bc866672ff32" providerId="ADAL" clId="{C9E82030-AA24-46CB-9A2B-61E31DD56DAD}" dt="2025-10-27T20:29:36.092" v="4493" actId="1076"/>
          <ac:picMkLst>
            <pc:docMk/>
            <pc:sldMk cId="480921012" sldId="257"/>
            <ac:picMk id="24" creationId="{4366B54D-6688-E2E7-F839-3ED16A16E6D0}"/>
          </ac:picMkLst>
        </pc:picChg>
        <pc:picChg chg="add mod ord">
          <ac:chgData name="Peng, Beverly" userId="e9b9e11a-e91c-420a-9e81-bc866672ff32" providerId="ADAL" clId="{C9E82030-AA24-46CB-9A2B-61E31DD56DAD}" dt="2025-10-27T17:04:54.890" v="4158" actId="1038"/>
          <ac:picMkLst>
            <pc:docMk/>
            <pc:sldMk cId="480921012" sldId="257"/>
            <ac:picMk id="33" creationId="{B3502058-F2A5-33B9-0213-BD2F424F886D}"/>
          </ac:picMkLst>
        </pc:picChg>
        <pc:picChg chg="add del mod ord">
          <ac:chgData name="Peng, Beverly" userId="e9b9e11a-e91c-420a-9e81-bc866672ff32" providerId="ADAL" clId="{C9E82030-AA24-46CB-9A2B-61E31DD56DAD}" dt="2025-10-27T18:02:54.501" v="4389" actId="478"/>
          <ac:picMkLst>
            <pc:docMk/>
            <pc:sldMk cId="480921012" sldId="257"/>
            <ac:picMk id="35" creationId="{E1CCF0B9-BE7D-1625-110C-790B5046C46F}"/>
          </ac:picMkLst>
        </pc:picChg>
        <pc:picChg chg="add mod ord">
          <ac:chgData name="Peng, Beverly" userId="e9b9e11a-e91c-420a-9e81-bc866672ff32" providerId="ADAL" clId="{C9E82030-AA24-46CB-9A2B-61E31DD56DAD}" dt="2025-10-23T20:52:07.754" v="2790" actId="1076"/>
          <ac:picMkLst>
            <pc:docMk/>
            <pc:sldMk cId="480921012" sldId="257"/>
            <ac:picMk id="40" creationId="{6AE0B0AD-7DCA-F4DA-493D-7743E5808186}"/>
          </ac:picMkLst>
        </pc:picChg>
        <pc:picChg chg="add mod ord modCrop">
          <ac:chgData name="Peng, Beverly" userId="e9b9e11a-e91c-420a-9e81-bc866672ff32" providerId="ADAL" clId="{C9E82030-AA24-46CB-9A2B-61E31DD56DAD}" dt="2025-10-27T17:04:54.890" v="4158" actId="1038"/>
          <ac:picMkLst>
            <pc:docMk/>
            <pc:sldMk cId="480921012" sldId="257"/>
            <ac:picMk id="48" creationId="{FB874896-AD77-0593-85F1-A88AB8DCCF42}"/>
          </ac:picMkLst>
        </pc:picChg>
        <pc:picChg chg="add mod ord modCrop">
          <ac:chgData name="Peng, Beverly" userId="e9b9e11a-e91c-420a-9e81-bc866672ff32" providerId="ADAL" clId="{C9E82030-AA24-46CB-9A2B-61E31DD56DAD}" dt="2025-10-23T20:58:48.648" v="2964" actId="1076"/>
          <ac:picMkLst>
            <pc:docMk/>
            <pc:sldMk cId="480921012" sldId="257"/>
            <ac:picMk id="50" creationId="{77A2D8B0-D784-333C-0DA5-B898359565A3}"/>
          </ac:picMkLst>
        </pc:picChg>
        <pc:picChg chg="add mod ord">
          <ac:chgData name="Peng, Beverly" userId="e9b9e11a-e91c-420a-9e81-bc866672ff32" providerId="ADAL" clId="{C9E82030-AA24-46CB-9A2B-61E31DD56DAD}" dt="2025-10-23T20:58:50.729" v="2965" actId="1076"/>
          <ac:picMkLst>
            <pc:docMk/>
            <pc:sldMk cId="480921012" sldId="257"/>
            <ac:picMk id="52" creationId="{603ED08E-BAD2-7854-137A-FF8D83BDC42B}"/>
          </ac:picMkLst>
        </pc:picChg>
        <pc:picChg chg="add mod modCrop">
          <ac:chgData name="Peng, Beverly" userId="e9b9e11a-e91c-420a-9e81-bc866672ff32" providerId="ADAL" clId="{C9E82030-AA24-46CB-9A2B-61E31DD56DAD}" dt="2025-10-27T18:04:21.567" v="4409" actId="1076"/>
          <ac:picMkLst>
            <pc:docMk/>
            <pc:sldMk cId="480921012" sldId="257"/>
            <ac:picMk id="54" creationId="{AC902477-CAB0-06CD-1EC5-E3F76B032C6A}"/>
          </ac:picMkLst>
        </pc:picChg>
      </pc:sldChg>
      <pc:sldChg chg="modSp del modNotes">
        <pc:chgData name="Peng, Beverly" userId="e9b9e11a-e91c-420a-9e81-bc866672ff32" providerId="ADAL" clId="{C9E82030-AA24-46CB-9A2B-61E31DD56DAD}" dt="2025-10-24T18:27:36.844" v="3973" actId="47"/>
        <pc:sldMkLst>
          <pc:docMk/>
          <pc:sldMk cId="1053435003" sldId="258"/>
        </pc:sldMkLst>
      </pc:sldChg>
      <pc:sldChg chg="modSp del modNotes">
        <pc:chgData name="Peng, Beverly" userId="e9b9e11a-e91c-420a-9e81-bc866672ff32" providerId="ADAL" clId="{C9E82030-AA24-46CB-9A2B-61E31DD56DAD}" dt="2025-10-24T18:27:37.458" v="3974" actId="47"/>
        <pc:sldMkLst>
          <pc:docMk/>
          <pc:sldMk cId="264813142" sldId="259"/>
        </pc:sldMkLst>
      </pc:sldChg>
      <pc:sldChg chg="addSp delSp modSp mod modNotes">
        <pc:chgData name="Peng, Beverly" userId="e9b9e11a-e91c-420a-9e81-bc866672ff32" providerId="ADAL" clId="{C9E82030-AA24-46CB-9A2B-61E31DD56DAD}" dt="2025-10-27T20:33:44.852" v="4508" actId="1076"/>
        <pc:sldMkLst>
          <pc:docMk/>
          <pc:sldMk cId="1465669113" sldId="260"/>
        </pc:sldMkLst>
        <pc:spChg chg="mod">
          <ac:chgData name="Peng, Beverly" userId="e9b9e11a-e91c-420a-9e81-bc866672ff32" providerId="ADAL" clId="{C9E82030-AA24-46CB-9A2B-61E31DD56DAD}" dt="2025-10-23T04:02:37.830" v="800" actId="14100"/>
          <ac:spMkLst>
            <pc:docMk/>
            <pc:sldMk cId="1465669113" sldId="260"/>
            <ac:spMk id="10" creationId="{97676F2C-479B-C62D-9FD0-90473AA0B719}"/>
          </ac:spMkLst>
        </pc:spChg>
        <pc:spChg chg="mod">
          <ac:chgData name="Peng, Beverly" userId="e9b9e11a-e91c-420a-9e81-bc866672ff32" providerId="ADAL" clId="{C9E82030-AA24-46CB-9A2B-61E31DD56DAD}" dt="2025-10-23T06:31:21.103" v="1136" actId="1036"/>
          <ac:spMkLst>
            <pc:docMk/>
            <pc:sldMk cId="1465669113" sldId="260"/>
            <ac:spMk id="17" creationId="{E7FE0F9D-54D1-79FC-226C-F34C3416F5CE}"/>
          </ac:spMkLst>
        </pc:spChg>
        <pc:spChg chg="mod">
          <ac:chgData name="Peng, Beverly" userId="e9b9e11a-e91c-420a-9e81-bc866672ff32" providerId="ADAL" clId="{C9E82030-AA24-46CB-9A2B-61E31DD56DAD}" dt="2025-10-23T16:56:03.710" v="1276" actId="1038"/>
          <ac:spMkLst>
            <pc:docMk/>
            <pc:sldMk cId="1465669113" sldId="260"/>
            <ac:spMk id="19" creationId="{7420B2B5-FBB9-E4A1-E53A-C9B1042A1E02}"/>
          </ac:spMkLst>
        </pc:spChg>
        <pc:spChg chg="mod">
          <ac:chgData name="Peng, Beverly" userId="e9b9e11a-e91c-420a-9e81-bc866672ff32" providerId="ADAL" clId="{C9E82030-AA24-46CB-9A2B-61E31DD56DAD}" dt="2025-10-23T16:53:07.387" v="1211" actId="1035"/>
          <ac:spMkLst>
            <pc:docMk/>
            <pc:sldMk cId="1465669113" sldId="260"/>
            <ac:spMk id="20" creationId="{EB9D3F9E-500C-56D2-6540-EC6D049DABFF}"/>
          </ac:spMkLst>
        </pc:spChg>
        <pc:spChg chg="mod">
          <ac:chgData name="Peng, Beverly" userId="e9b9e11a-e91c-420a-9e81-bc866672ff32" providerId="ADAL" clId="{C9E82030-AA24-46CB-9A2B-61E31DD56DAD}" dt="2025-10-23T16:55:55.849" v="1265" actId="1038"/>
          <ac:spMkLst>
            <pc:docMk/>
            <pc:sldMk cId="1465669113" sldId="260"/>
            <ac:spMk id="21" creationId="{BE04FC8C-CF4B-7A9F-D563-6991D56BA467}"/>
          </ac:spMkLst>
        </pc:spChg>
        <pc:spChg chg="mod">
          <ac:chgData name="Peng, Beverly" userId="e9b9e11a-e91c-420a-9e81-bc866672ff32" providerId="ADAL" clId="{C9E82030-AA24-46CB-9A2B-61E31DD56DAD}" dt="2025-10-23T05:43:38.075" v="907" actId="208"/>
          <ac:spMkLst>
            <pc:docMk/>
            <pc:sldMk cId="1465669113" sldId="260"/>
            <ac:spMk id="29" creationId="{1C104EC0-5DBA-B503-DF0C-AC6227497425}"/>
          </ac:spMkLst>
        </pc:spChg>
        <pc:spChg chg="mod">
          <ac:chgData name="Peng, Beverly" userId="e9b9e11a-e91c-420a-9e81-bc866672ff32" providerId="ADAL" clId="{C9E82030-AA24-46CB-9A2B-61E31DD56DAD}" dt="2025-10-23T05:43:38.075" v="907" actId="208"/>
          <ac:spMkLst>
            <pc:docMk/>
            <pc:sldMk cId="1465669113" sldId="260"/>
            <ac:spMk id="30" creationId="{C78FD545-6289-85CB-E22E-16217F440096}"/>
          </ac:spMkLst>
        </pc:spChg>
        <pc:spChg chg="mod">
          <ac:chgData name="Peng, Beverly" userId="e9b9e11a-e91c-420a-9e81-bc866672ff32" providerId="ADAL" clId="{C9E82030-AA24-46CB-9A2B-61E31DD56DAD}" dt="2025-10-23T05:43:38.075" v="907" actId="208"/>
          <ac:spMkLst>
            <pc:docMk/>
            <pc:sldMk cId="1465669113" sldId="260"/>
            <ac:spMk id="31" creationId="{24965640-0789-564A-493E-12BEE75FF886}"/>
          </ac:spMkLst>
        </pc:spChg>
        <pc:spChg chg="mod">
          <ac:chgData name="Peng, Beverly" userId="e9b9e11a-e91c-420a-9e81-bc866672ff32" providerId="ADAL" clId="{C9E82030-AA24-46CB-9A2B-61E31DD56DAD}" dt="2025-10-23T05:43:38.075" v="907" actId="208"/>
          <ac:spMkLst>
            <pc:docMk/>
            <pc:sldMk cId="1465669113" sldId="260"/>
            <ac:spMk id="32" creationId="{1667B8A9-6B6C-2A30-A7F8-1EED6F572E82}"/>
          </ac:spMkLst>
        </pc:spChg>
        <pc:spChg chg="mod">
          <ac:chgData name="Peng, Beverly" userId="e9b9e11a-e91c-420a-9e81-bc866672ff32" providerId="ADAL" clId="{C9E82030-AA24-46CB-9A2B-61E31DD56DAD}" dt="2025-10-23T05:43:38.075" v="907" actId="208"/>
          <ac:spMkLst>
            <pc:docMk/>
            <pc:sldMk cId="1465669113" sldId="260"/>
            <ac:spMk id="34" creationId="{8181A1E3-8D4C-99FD-429C-91C87CBBD76E}"/>
          </ac:spMkLst>
        </pc:spChg>
        <pc:spChg chg="mod">
          <ac:chgData name="Peng, Beverly" userId="e9b9e11a-e91c-420a-9e81-bc866672ff32" providerId="ADAL" clId="{C9E82030-AA24-46CB-9A2B-61E31DD56DAD}" dt="2025-10-23T05:43:38.075" v="907" actId="208"/>
          <ac:spMkLst>
            <pc:docMk/>
            <pc:sldMk cId="1465669113" sldId="260"/>
            <ac:spMk id="38" creationId="{90E79A25-7A3F-4D49-49D6-71712C40A9F4}"/>
          </ac:spMkLst>
        </pc:spChg>
        <pc:spChg chg="mod">
          <ac:chgData name="Peng, Beverly" userId="e9b9e11a-e91c-420a-9e81-bc866672ff32" providerId="ADAL" clId="{C9E82030-AA24-46CB-9A2B-61E31DD56DAD}" dt="2025-10-23T05:43:38.075" v="907" actId="208"/>
          <ac:spMkLst>
            <pc:docMk/>
            <pc:sldMk cId="1465669113" sldId="260"/>
            <ac:spMk id="39" creationId="{51B2C25C-7FB2-F842-C31A-326BBE8EDBF5}"/>
          </ac:spMkLst>
        </pc:spChg>
        <pc:spChg chg="mod">
          <ac:chgData name="Peng, Beverly" userId="e9b9e11a-e91c-420a-9e81-bc866672ff32" providerId="ADAL" clId="{C9E82030-AA24-46CB-9A2B-61E31DD56DAD}" dt="2025-10-23T05:43:38.075" v="907" actId="208"/>
          <ac:spMkLst>
            <pc:docMk/>
            <pc:sldMk cId="1465669113" sldId="260"/>
            <ac:spMk id="40" creationId="{A3E738CF-0732-B9DD-6022-30916798CBCD}"/>
          </ac:spMkLst>
        </pc:spChg>
        <pc:spChg chg="mod">
          <ac:chgData name="Peng, Beverly" userId="e9b9e11a-e91c-420a-9e81-bc866672ff32" providerId="ADAL" clId="{C9E82030-AA24-46CB-9A2B-61E31DD56DAD}" dt="2025-10-23T05:43:38.075" v="907" actId="208"/>
          <ac:spMkLst>
            <pc:docMk/>
            <pc:sldMk cId="1465669113" sldId="260"/>
            <ac:spMk id="41" creationId="{CE36CAB0-8944-F20B-3A53-128DD54301EF}"/>
          </ac:spMkLst>
        </pc:spChg>
        <pc:spChg chg="mod">
          <ac:chgData name="Peng, Beverly" userId="e9b9e11a-e91c-420a-9e81-bc866672ff32" providerId="ADAL" clId="{C9E82030-AA24-46CB-9A2B-61E31DD56DAD}" dt="2025-10-27T16:53:58.784" v="4144"/>
          <ac:spMkLst>
            <pc:docMk/>
            <pc:sldMk cId="1465669113" sldId="260"/>
            <ac:spMk id="42" creationId="{73B71710-23B2-4E88-15FA-4BFA0833CD3A}"/>
          </ac:spMkLst>
        </pc:spChg>
        <pc:spChg chg="add mod ord">
          <ac:chgData name="Peng, Beverly" userId="e9b9e11a-e91c-420a-9e81-bc866672ff32" providerId="ADAL" clId="{C9E82030-AA24-46CB-9A2B-61E31DD56DAD}" dt="2025-10-23T16:54:38.842" v="1241" actId="14100"/>
          <ac:spMkLst>
            <pc:docMk/>
            <pc:sldMk cId="1465669113" sldId="260"/>
            <ac:spMk id="1046" creationId="{D112677F-8C42-14FE-B2CE-352771D8F8F6}"/>
          </ac:spMkLst>
        </pc:spChg>
        <pc:spChg chg="add mod ord">
          <ac:chgData name="Peng, Beverly" userId="e9b9e11a-e91c-420a-9e81-bc866672ff32" providerId="ADAL" clId="{C9E82030-AA24-46CB-9A2B-61E31DD56DAD}" dt="2025-10-23T16:54:45.611" v="1242" actId="1076"/>
          <ac:spMkLst>
            <pc:docMk/>
            <pc:sldMk cId="1465669113" sldId="260"/>
            <ac:spMk id="1047" creationId="{E7545855-27E5-6420-8FC0-B84801A2F529}"/>
          </ac:spMkLst>
        </pc:spChg>
        <pc:spChg chg="add mod ord">
          <ac:chgData name="Peng, Beverly" userId="e9b9e11a-e91c-420a-9e81-bc866672ff32" providerId="ADAL" clId="{C9E82030-AA24-46CB-9A2B-61E31DD56DAD}" dt="2025-10-23T16:55:40.280" v="1252" actId="1076"/>
          <ac:spMkLst>
            <pc:docMk/>
            <pc:sldMk cId="1465669113" sldId="260"/>
            <ac:spMk id="1049" creationId="{033BB967-88B8-65D4-5069-272D4553E84E}"/>
          </ac:spMkLst>
        </pc:spChg>
        <pc:picChg chg="add del mod">
          <ac:chgData name="Peng, Beverly" userId="e9b9e11a-e91c-420a-9e81-bc866672ff32" providerId="ADAL" clId="{C9E82030-AA24-46CB-9A2B-61E31DD56DAD}" dt="2025-10-27T20:32:50.866" v="4498" actId="478"/>
          <ac:picMkLst>
            <pc:docMk/>
            <pc:sldMk cId="1465669113" sldId="260"/>
            <ac:picMk id="2" creationId="{86C3E42D-D793-72DB-7FC5-7FC2831C713C}"/>
          </ac:picMkLst>
        </pc:picChg>
        <pc:picChg chg="add mod">
          <ac:chgData name="Peng, Beverly" userId="e9b9e11a-e91c-420a-9e81-bc866672ff32" providerId="ADAL" clId="{C9E82030-AA24-46CB-9A2B-61E31DD56DAD}" dt="2025-10-23T06:31:03.266" v="1110" actId="14100"/>
          <ac:picMkLst>
            <pc:docMk/>
            <pc:sldMk cId="1465669113" sldId="260"/>
            <ac:picMk id="3" creationId="{8588C3F4-DDFB-B5BA-FBEE-7DBEF7B09DDD}"/>
          </ac:picMkLst>
        </pc:picChg>
        <pc:picChg chg="mod">
          <ac:chgData name="Peng, Beverly" userId="e9b9e11a-e91c-420a-9e81-bc866672ff32" providerId="ADAL" clId="{C9E82030-AA24-46CB-9A2B-61E31DD56DAD}" dt="2025-10-23T16:55:55.849" v="1265" actId="1038"/>
          <ac:picMkLst>
            <pc:docMk/>
            <pc:sldMk cId="1465669113" sldId="260"/>
            <ac:picMk id="7" creationId="{47206E84-9403-2F18-A192-BD95B0B6760B}"/>
          </ac:picMkLst>
        </pc:picChg>
        <pc:picChg chg="add mod modCrop">
          <ac:chgData name="Peng, Beverly" userId="e9b9e11a-e91c-420a-9e81-bc866672ff32" providerId="ADAL" clId="{C9E82030-AA24-46CB-9A2B-61E31DD56DAD}" dt="2025-10-27T20:33:21.408" v="4504" actId="1076"/>
          <ac:picMkLst>
            <pc:docMk/>
            <pc:sldMk cId="1465669113" sldId="260"/>
            <ac:picMk id="8" creationId="{8E6BF00B-6298-F5FF-B59A-2505018B5101}"/>
          </ac:picMkLst>
        </pc:picChg>
        <pc:picChg chg="add mod">
          <ac:chgData name="Peng, Beverly" userId="e9b9e11a-e91c-420a-9e81-bc866672ff32" providerId="ADAL" clId="{C9E82030-AA24-46CB-9A2B-61E31DD56DAD}" dt="2025-10-27T20:33:31.725" v="4506" actId="1076"/>
          <ac:picMkLst>
            <pc:docMk/>
            <pc:sldMk cId="1465669113" sldId="260"/>
            <ac:picMk id="9" creationId="{1081A7B6-C990-0B38-B41C-C83FDB55C852}"/>
          </ac:picMkLst>
        </pc:picChg>
        <pc:picChg chg="add mod">
          <ac:chgData name="Peng, Beverly" userId="e9b9e11a-e91c-420a-9e81-bc866672ff32" providerId="ADAL" clId="{C9E82030-AA24-46CB-9A2B-61E31DD56DAD}" dt="2025-10-27T20:33:44.852" v="4508" actId="1076"/>
          <ac:picMkLst>
            <pc:docMk/>
            <pc:sldMk cId="1465669113" sldId="260"/>
            <ac:picMk id="11" creationId="{8515D94F-9EBB-DB31-CEB4-20E544F6B4E4}"/>
          </ac:picMkLst>
        </pc:picChg>
        <pc:picChg chg="add mod ord">
          <ac:chgData name="Peng, Beverly" userId="e9b9e11a-e91c-420a-9e81-bc866672ff32" providerId="ADAL" clId="{C9E82030-AA24-46CB-9A2B-61E31DD56DAD}" dt="2025-10-23T05:42:58.446" v="905" actId="1037"/>
          <ac:picMkLst>
            <pc:docMk/>
            <pc:sldMk cId="1465669113" sldId="260"/>
            <ac:picMk id="56" creationId="{93D281CD-16E1-7F61-496E-61027DCB6388}"/>
          </ac:picMkLst>
        </pc:picChg>
        <pc:picChg chg="add mod ord">
          <ac:chgData name="Peng, Beverly" userId="e9b9e11a-e91c-420a-9e81-bc866672ff32" providerId="ADAL" clId="{C9E82030-AA24-46CB-9A2B-61E31DD56DAD}" dt="2025-10-23T16:52:53.030" v="1172" actId="14100"/>
          <ac:picMkLst>
            <pc:docMk/>
            <pc:sldMk cId="1465669113" sldId="260"/>
            <ac:picMk id="58" creationId="{B52AD2B5-172E-59AE-032F-C6C4E5AC9A4B}"/>
          </ac:picMkLst>
        </pc:picChg>
        <pc:picChg chg="add mod ord">
          <ac:chgData name="Peng, Beverly" userId="e9b9e11a-e91c-420a-9e81-bc866672ff32" providerId="ADAL" clId="{C9E82030-AA24-46CB-9A2B-61E31DD56DAD}" dt="2025-10-27T20:32:30.272" v="4494" actId="14100"/>
          <ac:picMkLst>
            <pc:docMk/>
            <pc:sldMk cId="1465669113" sldId="260"/>
            <ac:picMk id="1030" creationId="{19A75710-1149-C522-E7AA-645A0ABFCF72}"/>
          </ac:picMkLst>
        </pc:picChg>
        <pc:picChg chg="add mod ord">
          <ac:chgData name="Peng, Beverly" userId="e9b9e11a-e91c-420a-9e81-bc866672ff32" providerId="ADAL" clId="{C9E82030-AA24-46CB-9A2B-61E31DD56DAD}" dt="2025-10-23T16:56:03.710" v="1276" actId="1038"/>
          <ac:picMkLst>
            <pc:docMk/>
            <pc:sldMk cId="1465669113" sldId="260"/>
            <ac:picMk id="1032" creationId="{BBFED68F-EC19-9C99-8918-032B195D0CFC}"/>
          </ac:picMkLst>
        </pc:picChg>
        <pc:picChg chg="add mod ord">
          <ac:chgData name="Peng, Beverly" userId="e9b9e11a-e91c-420a-9e81-bc866672ff32" providerId="ADAL" clId="{C9E82030-AA24-46CB-9A2B-61E31DD56DAD}" dt="2025-10-23T16:56:03.710" v="1276" actId="1038"/>
          <ac:picMkLst>
            <pc:docMk/>
            <pc:sldMk cId="1465669113" sldId="260"/>
            <ac:picMk id="1034" creationId="{6336320F-FB69-AF38-9BB6-3DA12B7EB1E0}"/>
          </ac:picMkLst>
        </pc:picChg>
        <pc:picChg chg="add mod ord">
          <ac:chgData name="Peng, Beverly" userId="e9b9e11a-e91c-420a-9e81-bc866672ff32" providerId="ADAL" clId="{C9E82030-AA24-46CB-9A2B-61E31DD56DAD}" dt="2025-10-23T16:56:03.710" v="1276" actId="1038"/>
          <ac:picMkLst>
            <pc:docMk/>
            <pc:sldMk cId="1465669113" sldId="260"/>
            <ac:picMk id="1036" creationId="{41B7BD78-5080-7160-9382-FFB65A42E0B4}"/>
          </ac:picMkLst>
        </pc:picChg>
        <pc:picChg chg="add mod ord modCrop">
          <ac:chgData name="Peng, Beverly" userId="e9b9e11a-e91c-420a-9e81-bc866672ff32" providerId="ADAL" clId="{C9E82030-AA24-46CB-9A2B-61E31DD56DAD}" dt="2025-10-23T16:55:33.971" v="1250" actId="732"/>
          <ac:picMkLst>
            <pc:docMk/>
            <pc:sldMk cId="1465669113" sldId="260"/>
            <ac:picMk id="1045" creationId="{64AEFB66-87FA-6281-3EE4-C7BE10096C6C}"/>
          </ac:picMkLst>
        </pc:picChg>
        <pc:picChg chg="add mod ord modCrop">
          <ac:chgData name="Peng, Beverly" userId="e9b9e11a-e91c-420a-9e81-bc866672ff32" providerId="ADAL" clId="{C9E82030-AA24-46CB-9A2B-61E31DD56DAD}" dt="2025-10-23T16:53:46.681" v="1225" actId="1037"/>
          <ac:picMkLst>
            <pc:docMk/>
            <pc:sldMk cId="1465669113" sldId="260"/>
            <ac:picMk id="1051" creationId="{662D93FD-D82B-B699-1AF6-6BD237851084}"/>
          </ac:picMkLst>
        </pc:picChg>
        <pc:picChg chg="add mod ord modCrop">
          <ac:chgData name="Peng, Beverly" userId="e9b9e11a-e91c-420a-9e81-bc866672ff32" providerId="ADAL" clId="{C9E82030-AA24-46CB-9A2B-61E31DD56DAD}" dt="2025-10-23T16:53:58.037" v="1230" actId="1037"/>
          <ac:picMkLst>
            <pc:docMk/>
            <pc:sldMk cId="1465669113" sldId="260"/>
            <ac:picMk id="1053" creationId="{EB86FFA2-3AD1-2618-2F28-C2688207FFFD}"/>
          </ac:picMkLst>
        </pc:picChg>
        <pc:picChg chg="add mod ord modCrop">
          <ac:chgData name="Peng, Beverly" userId="e9b9e11a-e91c-420a-9e81-bc866672ff32" providerId="ADAL" clId="{C9E82030-AA24-46CB-9A2B-61E31DD56DAD}" dt="2025-10-23T16:55:49.759" v="1255" actId="1076"/>
          <ac:picMkLst>
            <pc:docMk/>
            <pc:sldMk cId="1465669113" sldId="260"/>
            <ac:picMk id="1054" creationId="{B7273B80-0DF0-227E-F8EC-360B142ECD91}"/>
          </ac:picMkLst>
        </pc:picChg>
      </pc:sldChg>
      <pc:sldChg chg="modSp del modNotes">
        <pc:chgData name="Peng, Beverly" userId="e9b9e11a-e91c-420a-9e81-bc866672ff32" providerId="ADAL" clId="{C9E82030-AA24-46CB-9A2B-61E31DD56DAD}" dt="2025-10-24T18:27:34.649" v="3971" actId="47"/>
        <pc:sldMkLst>
          <pc:docMk/>
          <pc:sldMk cId="1041732865" sldId="261"/>
        </pc:sldMkLst>
      </pc:sldChg>
      <pc:sldChg chg="addSp delSp modSp mod modNotes">
        <pc:chgData name="Peng, Beverly" userId="e9b9e11a-e91c-420a-9e81-bc866672ff32" providerId="ADAL" clId="{C9E82030-AA24-46CB-9A2B-61E31DD56DAD}" dt="2025-10-27T20:39:16.163" v="4552" actId="1036"/>
        <pc:sldMkLst>
          <pc:docMk/>
          <pc:sldMk cId="4107157045" sldId="262"/>
        </pc:sldMkLst>
        <pc:spChg chg="mod">
          <ac:chgData name="Peng, Beverly" userId="e9b9e11a-e91c-420a-9e81-bc866672ff32" providerId="ADAL" clId="{C9E82030-AA24-46CB-9A2B-61E31DD56DAD}" dt="2025-10-24T02:49:29.503" v="2978" actId="20577"/>
          <ac:spMkLst>
            <pc:docMk/>
            <pc:sldMk cId="4107157045" sldId="262"/>
            <ac:spMk id="15" creationId="{AA3B05EE-34E6-A2B7-6FDC-81F517519900}"/>
          </ac:spMkLst>
        </pc:spChg>
        <pc:spChg chg="mod">
          <ac:chgData name="Peng, Beverly" userId="e9b9e11a-e91c-420a-9e81-bc866672ff32" providerId="ADAL" clId="{C9E82030-AA24-46CB-9A2B-61E31DD56DAD}" dt="2025-10-24T17:03:29.196" v="3134" actId="1076"/>
          <ac:spMkLst>
            <pc:docMk/>
            <pc:sldMk cId="4107157045" sldId="262"/>
            <ac:spMk id="16" creationId="{112642C1-3B70-D2EE-E80E-83FB2D17AC60}"/>
          </ac:spMkLst>
        </pc:spChg>
        <pc:spChg chg="mod">
          <ac:chgData name="Peng, Beverly" userId="e9b9e11a-e91c-420a-9e81-bc866672ff32" providerId="ADAL" clId="{C9E82030-AA24-46CB-9A2B-61E31DD56DAD}" dt="2025-10-24T17:55:47.555" v="3459" actId="1038"/>
          <ac:spMkLst>
            <pc:docMk/>
            <pc:sldMk cId="4107157045" sldId="262"/>
            <ac:spMk id="19" creationId="{4F188C18-40EC-04F6-7EE7-8531F13A73A8}"/>
          </ac:spMkLst>
        </pc:spChg>
        <pc:spChg chg="mod">
          <ac:chgData name="Peng, Beverly" userId="e9b9e11a-e91c-420a-9e81-bc866672ff32" providerId="ADAL" clId="{C9E82030-AA24-46CB-9A2B-61E31DD56DAD}" dt="2025-10-24T17:56:06.352" v="3529" actId="1038"/>
          <ac:spMkLst>
            <pc:docMk/>
            <pc:sldMk cId="4107157045" sldId="262"/>
            <ac:spMk id="22" creationId="{C4BEBB9C-93D1-07F3-5C70-E20008AD596B}"/>
          </ac:spMkLst>
        </pc:spChg>
        <pc:spChg chg="mod ord">
          <ac:chgData name="Peng, Beverly" userId="e9b9e11a-e91c-420a-9e81-bc866672ff32" providerId="ADAL" clId="{C9E82030-AA24-46CB-9A2B-61E31DD56DAD}" dt="2025-10-24T18:12:04.049" v="3775" actId="166"/>
          <ac:spMkLst>
            <pc:docMk/>
            <pc:sldMk cId="4107157045" sldId="262"/>
            <ac:spMk id="23" creationId="{68EC4EDC-AB70-EF00-AC86-BE8C02D1D541}"/>
          </ac:spMkLst>
        </pc:spChg>
        <pc:spChg chg="mod ord">
          <ac:chgData name="Peng, Beverly" userId="e9b9e11a-e91c-420a-9e81-bc866672ff32" providerId="ADAL" clId="{C9E82030-AA24-46CB-9A2B-61E31DD56DAD}" dt="2025-10-24T18:16:53.516" v="3871" actId="1037"/>
          <ac:spMkLst>
            <pc:docMk/>
            <pc:sldMk cId="4107157045" sldId="262"/>
            <ac:spMk id="24" creationId="{15D07B34-5605-D400-4152-CA33C3183231}"/>
          </ac:spMkLst>
        </pc:spChg>
        <pc:spChg chg="mod">
          <ac:chgData name="Peng, Beverly" userId="e9b9e11a-e91c-420a-9e81-bc866672ff32" providerId="ADAL" clId="{C9E82030-AA24-46CB-9A2B-61E31DD56DAD}" dt="2025-10-24T17:56:06.352" v="3529" actId="1038"/>
          <ac:spMkLst>
            <pc:docMk/>
            <pc:sldMk cId="4107157045" sldId="262"/>
            <ac:spMk id="27" creationId="{B8796FC8-CF6B-2A20-0F91-E8948CDF4798}"/>
          </ac:spMkLst>
        </pc:spChg>
        <pc:spChg chg="mod">
          <ac:chgData name="Peng, Beverly" userId="e9b9e11a-e91c-420a-9e81-bc866672ff32" providerId="ADAL" clId="{C9E82030-AA24-46CB-9A2B-61E31DD56DAD}" dt="2025-10-24T17:56:06.352" v="3529" actId="1038"/>
          <ac:spMkLst>
            <pc:docMk/>
            <pc:sldMk cId="4107157045" sldId="262"/>
            <ac:spMk id="28" creationId="{D7A8D57C-97ED-E3D2-E044-D919D2D0F5F5}"/>
          </ac:spMkLst>
        </pc:spChg>
        <pc:spChg chg="mod">
          <ac:chgData name="Peng, Beverly" userId="e9b9e11a-e91c-420a-9e81-bc866672ff32" providerId="ADAL" clId="{C9E82030-AA24-46CB-9A2B-61E31DD56DAD}" dt="2025-10-24T17:56:06.352" v="3529" actId="1038"/>
          <ac:spMkLst>
            <pc:docMk/>
            <pc:sldMk cId="4107157045" sldId="262"/>
            <ac:spMk id="29" creationId="{ED2E5B37-9B65-F871-DB70-DBDCEB47F206}"/>
          </ac:spMkLst>
        </pc:spChg>
        <pc:spChg chg="mod">
          <ac:chgData name="Peng, Beverly" userId="e9b9e11a-e91c-420a-9e81-bc866672ff32" providerId="ADAL" clId="{C9E82030-AA24-46CB-9A2B-61E31DD56DAD}" dt="2025-10-24T16:58:48.968" v="3068" actId="1038"/>
          <ac:spMkLst>
            <pc:docMk/>
            <pc:sldMk cId="4107157045" sldId="262"/>
            <ac:spMk id="30" creationId="{EA72BC82-E781-3FAC-0337-F31014065375}"/>
          </ac:spMkLst>
        </pc:spChg>
        <pc:spChg chg="mod">
          <ac:chgData name="Peng, Beverly" userId="e9b9e11a-e91c-420a-9e81-bc866672ff32" providerId="ADAL" clId="{C9E82030-AA24-46CB-9A2B-61E31DD56DAD}" dt="2025-10-24T16:58:48.968" v="3068" actId="1038"/>
          <ac:spMkLst>
            <pc:docMk/>
            <pc:sldMk cId="4107157045" sldId="262"/>
            <ac:spMk id="31" creationId="{58CEAB12-196C-9FFC-106A-342C1D77DED0}"/>
          </ac:spMkLst>
        </pc:spChg>
        <pc:spChg chg="mod">
          <ac:chgData name="Peng, Beverly" userId="e9b9e11a-e91c-420a-9e81-bc866672ff32" providerId="ADAL" clId="{C9E82030-AA24-46CB-9A2B-61E31DD56DAD}" dt="2025-10-24T16:58:48.968" v="3068" actId="1038"/>
          <ac:spMkLst>
            <pc:docMk/>
            <pc:sldMk cId="4107157045" sldId="262"/>
            <ac:spMk id="32" creationId="{E4633639-41F7-852C-9E31-DCEA7AEAB068}"/>
          </ac:spMkLst>
        </pc:spChg>
        <pc:spChg chg="mod">
          <ac:chgData name="Peng, Beverly" userId="e9b9e11a-e91c-420a-9e81-bc866672ff32" providerId="ADAL" clId="{C9E82030-AA24-46CB-9A2B-61E31DD56DAD}" dt="2025-10-24T16:58:48.968" v="3068" actId="1038"/>
          <ac:spMkLst>
            <pc:docMk/>
            <pc:sldMk cId="4107157045" sldId="262"/>
            <ac:spMk id="33" creationId="{C59F1295-F9FF-D168-6CE7-4F22AED9FC7B}"/>
          </ac:spMkLst>
        </pc:spChg>
        <pc:spChg chg="mod">
          <ac:chgData name="Peng, Beverly" userId="e9b9e11a-e91c-420a-9e81-bc866672ff32" providerId="ADAL" clId="{C9E82030-AA24-46CB-9A2B-61E31DD56DAD}" dt="2025-10-24T16:58:48.968" v="3068" actId="1038"/>
          <ac:spMkLst>
            <pc:docMk/>
            <pc:sldMk cId="4107157045" sldId="262"/>
            <ac:spMk id="34" creationId="{B9AB566C-34C7-CF71-5DCE-8F7F6DEEEA5B}"/>
          </ac:spMkLst>
        </pc:spChg>
        <pc:spChg chg="add mod">
          <ac:chgData name="Peng, Beverly" userId="e9b9e11a-e91c-420a-9e81-bc866672ff32" providerId="ADAL" clId="{C9E82030-AA24-46CB-9A2B-61E31DD56DAD}" dt="2025-10-27T18:34:12.456" v="4432" actId="20577"/>
          <ac:spMkLst>
            <pc:docMk/>
            <pc:sldMk cId="4107157045" sldId="262"/>
            <ac:spMk id="58" creationId="{35665D8F-333B-8C35-1AA3-17C9D389BFAF}"/>
          </ac:spMkLst>
        </pc:spChg>
        <pc:spChg chg="add mod">
          <ac:chgData name="Peng, Beverly" userId="e9b9e11a-e91c-420a-9e81-bc866672ff32" providerId="ADAL" clId="{C9E82030-AA24-46CB-9A2B-61E31DD56DAD}" dt="2025-10-27T18:34:21.297" v="4441" actId="113"/>
          <ac:spMkLst>
            <pc:docMk/>
            <pc:sldMk cId="4107157045" sldId="262"/>
            <ac:spMk id="59" creationId="{13AB3B15-5B04-4066-0875-BD2F63DA0DEF}"/>
          </ac:spMkLst>
        </pc:spChg>
        <pc:spChg chg="add mod">
          <ac:chgData name="Peng, Beverly" userId="e9b9e11a-e91c-420a-9e81-bc866672ff32" providerId="ADAL" clId="{C9E82030-AA24-46CB-9A2B-61E31DD56DAD}" dt="2025-10-27T18:34:27.749" v="4446" actId="20577"/>
          <ac:spMkLst>
            <pc:docMk/>
            <pc:sldMk cId="4107157045" sldId="262"/>
            <ac:spMk id="60" creationId="{57D0ACC8-1B4E-D650-97EB-96E2A7F42DE4}"/>
          </ac:spMkLst>
        </pc:spChg>
        <pc:spChg chg="add mod">
          <ac:chgData name="Peng, Beverly" userId="e9b9e11a-e91c-420a-9e81-bc866672ff32" providerId="ADAL" clId="{C9E82030-AA24-46CB-9A2B-61E31DD56DAD}" dt="2025-10-27T18:34:34.548" v="4451" actId="20577"/>
          <ac:spMkLst>
            <pc:docMk/>
            <pc:sldMk cId="4107157045" sldId="262"/>
            <ac:spMk id="61" creationId="{7CDB1F28-3F2F-0C81-0EDC-BEACB38EDDA1}"/>
          </ac:spMkLst>
        </pc:spChg>
        <pc:spChg chg="add mod">
          <ac:chgData name="Peng, Beverly" userId="e9b9e11a-e91c-420a-9e81-bc866672ff32" providerId="ADAL" clId="{C9E82030-AA24-46CB-9A2B-61E31DD56DAD}" dt="2025-10-24T18:24:50.895" v="3969" actId="14100"/>
          <ac:spMkLst>
            <pc:docMk/>
            <pc:sldMk cId="4107157045" sldId="262"/>
            <ac:spMk id="62" creationId="{A0720404-7DF1-9597-1F93-2D23D5B96EE3}"/>
          </ac:spMkLst>
        </pc:spChg>
        <pc:spChg chg="add mod">
          <ac:chgData name="Peng, Beverly" userId="e9b9e11a-e91c-420a-9e81-bc866672ff32" providerId="ADAL" clId="{C9E82030-AA24-46CB-9A2B-61E31DD56DAD}" dt="2025-10-24T18:24:41.344" v="3947" actId="1038"/>
          <ac:spMkLst>
            <pc:docMk/>
            <pc:sldMk cId="4107157045" sldId="262"/>
            <ac:spMk id="63" creationId="{C34E046E-336E-5282-AF78-53CDA9335789}"/>
          </ac:spMkLst>
        </pc:spChg>
        <pc:picChg chg="add mod">
          <ac:chgData name="Peng, Beverly" userId="e9b9e11a-e91c-420a-9e81-bc866672ff32" providerId="ADAL" clId="{C9E82030-AA24-46CB-9A2B-61E31DD56DAD}" dt="2025-10-24T17:03:35.593" v="3135" actId="14100"/>
          <ac:picMkLst>
            <pc:docMk/>
            <pc:sldMk cId="4107157045" sldId="262"/>
            <ac:picMk id="2" creationId="{686EAABB-2464-8609-FDAE-83AD53A24B08}"/>
          </ac:picMkLst>
        </pc:picChg>
        <pc:picChg chg="add del mod">
          <ac:chgData name="Peng, Beverly" userId="e9b9e11a-e91c-420a-9e81-bc866672ff32" providerId="ADAL" clId="{C9E82030-AA24-46CB-9A2B-61E31DD56DAD}" dt="2025-10-27T18:34:50.228" v="4454" actId="478"/>
          <ac:picMkLst>
            <pc:docMk/>
            <pc:sldMk cId="4107157045" sldId="262"/>
            <ac:picMk id="6" creationId="{80AD675B-95DC-209B-142C-43B02DA469AE}"/>
          </ac:picMkLst>
        </pc:picChg>
        <pc:picChg chg="add mod ord">
          <ac:chgData name="Peng, Beverly" userId="e9b9e11a-e91c-420a-9e81-bc866672ff32" providerId="ADAL" clId="{C9E82030-AA24-46CB-9A2B-61E31DD56DAD}" dt="2025-10-27T18:35:43.829" v="4470" actId="1037"/>
          <ac:picMkLst>
            <pc:docMk/>
            <pc:sldMk cId="4107157045" sldId="262"/>
            <ac:picMk id="8" creationId="{E82C7D6A-9513-C9B4-7D38-596CB56BF85D}"/>
          </ac:picMkLst>
        </pc:picChg>
        <pc:picChg chg="add mod modCrop">
          <ac:chgData name="Peng, Beverly" userId="e9b9e11a-e91c-420a-9e81-bc866672ff32" providerId="ADAL" clId="{C9E82030-AA24-46CB-9A2B-61E31DD56DAD}" dt="2025-10-27T20:38:37.545" v="4539" actId="1076"/>
          <ac:picMkLst>
            <pc:docMk/>
            <pc:sldMk cId="4107157045" sldId="262"/>
            <ac:picMk id="10" creationId="{1EF238EE-FF00-EF9C-459A-DC0C0ADB1794}"/>
          </ac:picMkLst>
        </pc:picChg>
        <pc:picChg chg="add mod modCrop">
          <ac:chgData name="Peng, Beverly" userId="e9b9e11a-e91c-420a-9e81-bc866672ff32" providerId="ADAL" clId="{C9E82030-AA24-46CB-9A2B-61E31DD56DAD}" dt="2025-10-27T20:39:16.163" v="4552" actId="1036"/>
          <ac:picMkLst>
            <pc:docMk/>
            <pc:sldMk cId="4107157045" sldId="262"/>
            <ac:picMk id="12" creationId="{D8AC20ED-7C68-5DDE-4057-1E2086D8E207}"/>
          </ac:picMkLst>
        </pc:picChg>
        <pc:picChg chg="add mod modCrop">
          <ac:chgData name="Peng, Beverly" userId="e9b9e11a-e91c-420a-9e81-bc866672ff32" providerId="ADAL" clId="{C9E82030-AA24-46CB-9A2B-61E31DD56DAD}" dt="2025-10-27T20:39:13.275" v="4550" actId="14100"/>
          <ac:picMkLst>
            <pc:docMk/>
            <pc:sldMk cId="4107157045" sldId="262"/>
            <ac:picMk id="14" creationId="{4DF1D9F7-3621-6005-FAE0-EB4CD090789A}"/>
          </ac:picMkLst>
        </pc:picChg>
        <pc:picChg chg="add mod ord">
          <ac:chgData name="Peng, Beverly" userId="e9b9e11a-e91c-420a-9e81-bc866672ff32" providerId="ADAL" clId="{C9E82030-AA24-46CB-9A2B-61E31DD56DAD}" dt="2025-10-24T16:58:48.968" v="3068" actId="1038"/>
          <ac:picMkLst>
            <pc:docMk/>
            <pc:sldMk cId="4107157045" sldId="262"/>
            <ac:picMk id="17" creationId="{AB48D959-F67D-D983-462C-B0B426F7F735}"/>
          </ac:picMkLst>
        </pc:picChg>
        <pc:picChg chg="add mod ord">
          <ac:chgData name="Peng, Beverly" userId="e9b9e11a-e91c-420a-9e81-bc866672ff32" providerId="ADAL" clId="{C9E82030-AA24-46CB-9A2B-61E31DD56DAD}" dt="2025-10-24T18:00:49.894" v="3538" actId="1076"/>
          <ac:picMkLst>
            <pc:docMk/>
            <pc:sldMk cId="4107157045" sldId="262"/>
            <ac:picMk id="21" creationId="{12A03B08-872D-20D0-76F5-834BB06D7025}"/>
          </ac:picMkLst>
        </pc:picChg>
        <pc:picChg chg="add mod ord modCrop">
          <ac:chgData name="Peng, Beverly" userId="e9b9e11a-e91c-420a-9e81-bc866672ff32" providerId="ADAL" clId="{C9E82030-AA24-46CB-9A2B-61E31DD56DAD}" dt="2025-10-24T18:16:06.287" v="3825" actId="14100"/>
          <ac:picMkLst>
            <pc:docMk/>
            <pc:sldMk cId="4107157045" sldId="262"/>
            <ac:picMk id="37" creationId="{7C8E3DB5-B99F-1B12-0D8D-3DDE97CA831E}"/>
          </ac:picMkLst>
        </pc:picChg>
        <pc:picChg chg="add mod ord modCrop">
          <ac:chgData name="Peng, Beverly" userId="e9b9e11a-e91c-420a-9e81-bc866672ff32" providerId="ADAL" clId="{C9E82030-AA24-46CB-9A2B-61E31DD56DAD}" dt="2025-10-24T18:16:53.516" v="3871" actId="1037"/>
          <ac:picMkLst>
            <pc:docMk/>
            <pc:sldMk cId="4107157045" sldId="262"/>
            <ac:picMk id="42" creationId="{2B551100-4BDF-8D99-D23A-3584CAAA895A}"/>
          </ac:picMkLst>
        </pc:picChg>
        <pc:picChg chg="add mod ord modCrop">
          <ac:chgData name="Peng, Beverly" userId="e9b9e11a-e91c-420a-9e81-bc866672ff32" providerId="ADAL" clId="{C9E82030-AA24-46CB-9A2B-61E31DD56DAD}" dt="2025-10-24T18:16:45.420" v="3847" actId="1037"/>
          <ac:picMkLst>
            <pc:docMk/>
            <pc:sldMk cId="4107157045" sldId="262"/>
            <ac:picMk id="47" creationId="{E37E865B-5886-87F3-B3F0-493DA71B22EB}"/>
          </ac:picMkLst>
        </pc:picChg>
        <pc:picChg chg="add mod ord modCrop">
          <ac:chgData name="Peng, Beverly" userId="e9b9e11a-e91c-420a-9e81-bc866672ff32" providerId="ADAL" clId="{C9E82030-AA24-46CB-9A2B-61E31DD56DAD}" dt="2025-10-24T18:17:00.480" v="3894" actId="1037"/>
          <ac:picMkLst>
            <pc:docMk/>
            <pc:sldMk cId="4107157045" sldId="262"/>
            <ac:picMk id="48" creationId="{FD116439-9334-442B-4286-11AE708DFD53}"/>
          </ac:picMkLst>
        </pc:picChg>
        <pc:picChg chg="add mod modCrop">
          <ac:chgData name="Peng, Beverly" userId="e9b9e11a-e91c-420a-9e81-bc866672ff32" providerId="ADAL" clId="{C9E82030-AA24-46CB-9A2B-61E31DD56DAD}" dt="2025-10-24T18:53:44.279" v="4080" actId="1076"/>
          <ac:picMkLst>
            <pc:docMk/>
            <pc:sldMk cId="4107157045" sldId="262"/>
            <ac:picMk id="50" creationId="{E02CF054-1D90-7037-A5A3-4A3656EBF7A3}"/>
          </ac:picMkLst>
        </pc:picChg>
        <pc:picChg chg="add mod ord">
          <ac:chgData name="Peng, Beverly" userId="e9b9e11a-e91c-420a-9e81-bc866672ff32" providerId="ADAL" clId="{C9E82030-AA24-46CB-9A2B-61E31DD56DAD}" dt="2025-10-24T17:56:11.897" v="3530" actId="14100"/>
          <ac:picMkLst>
            <pc:docMk/>
            <pc:sldMk cId="4107157045" sldId="262"/>
            <ac:picMk id="56" creationId="{634D2FF0-4A89-C870-A59D-8866BB59BD04}"/>
          </ac:picMkLst>
        </pc:picChg>
        <pc:picChg chg="add mod ord modCrop">
          <ac:chgData name="Peng, Beverly" userId="e9b9e11a-e91c-420a-9e81-bc866672ff32" providerId="ADAL" clId="{C9E82030-AA24-46CB-9A2B-61E31DD56DAD}" dt="2025-10-24T18:24:23.531" v="3938" actId="1037"/>
          <ac:picMkLst>
            <pc:docMk/>
            <pc:sldMk cId="4107157045" sldId="262"/>
            <ac:picMk id="57" creationId="{DDE37BA8-4010-9A16-559A-B3A964B906E3}"/>
          </ac:picMkLst>
        </pc:picChg>
        <pc:picChg chg="add mod modCrop">
          <ac:chgData name="Peng, Beverly" userId="e9b9e11a-e91c-420a-9e81-bc866672ff32" providerId="ADAL" clId="{C9E82030-AA24-46CB-9A2B-61E31DD56DAD}" dt="2025-10-27T18:35:51.172" v="4472" actId="1076"/>
          <ac:picMkLst>
            <pc:docMk/>
            <pc:sldMk cId="4107157045" sldId="262"/>
            <ac:picMk id="1025" creationId="{D400AA57-46F4-79D7-DAB6-1E65153EF92A}"/>
          </ac:picMkLst>
        </pc:picChg>
        <pc:picChg chg="add del mod">
          <ac:chgData name="Peng, Beverly" userId="e9b9e11a-e91c-420a-9e81-bc866672ff32" providerId="ADAL" clId="{C9E82030-AA24-46CB-9A2B-61E31DD56DAD}" dt="2025-10-27T18:35:31.261" v="4462" actId="478"/>
          <ac:picMkLst>
            <pc:docMk/>
            <pc:sldMk cId="4107157045" sldId="262"/>
            <ac:picMk id="1026" creationId="{957283AD-32C8-4ADF-B326-82DAAF920759}"/>
          </ac:picMkLst>
        </pc:picChg>
        <pc:picChg chg="add mod modCrop">
          <ac:chgData name="Peng, Beverly" userId="e9b9e11a-e91c-420a-9e81-bc866672ff32" providerId="ADAL" clId="{C9E82030-AA24-46CB-9A2B-61E31DD56DAD}" dt="2025-10-27T20:34:00.674" v="4510" actId="1076"/>
          <ac:picMkLst>
            <pc:docMk/>
            <pc:sldMk cId="4107157045" sldId="262"/>
            <ac:picMk id="1029" creationId="{B65D7E0D-A7B0-E33E-C1A6-40D992B7E0A6}"/>
          </ac:picMkLst>
        </pc:picChg>
      </pc:sldChg>
      <pc:sldChg chg="modSp del modNotes">
        <pc:chgData name="Peng, Beverly" userId="e9b9e11a-e91c-420a-9e81-bc866672ff32" providerId="ADAL" clId="{C9E82030-AA24-46CB-9A2B-61E31DD56DAD}" dt="2025-10-24T18:27:38.727" v="3976" actId="47"/>
        <pc:sldMkLst>
          <pc:docMk/>
          <pc:sldMk cId="2413650448" sldId="263"/>
        </pc:sldMkLst>
      </pc:sldChg>
      <pc:sldChg chg="modSp del modNotes">
        <pc:chgData name="Peng, Beverly" userId="e9b9e11a-e91c-420a-9e81-bc866672ff32" providerId="ADAL" clId="{C9E82030-AA24-46CB-9A2B-61E31DD56DAD}" dt="2025-10-24T18:27:38.122" v="3975" actId="47"/>
        <pc:sldMkLst>
          <pc:docMk/>
          <pc:sldMk cId="781191369" sldId="264"/>
        </pc:sldMkLst>
      </pc:sldChg>
      <pc:sldChg chg="modSp del">
        <pc:chgData name="Peng, Beverly" userId="e9b9e11a-e91c-420a-9e81-bc866672ff32" providerId="ADAL" clId="{C9E82030-AA24-46CB-9A2B-61E31DD56DAD}" dt="2025-10-24T18:27:40.659" v="3977" actId="47"/>
        <pc:sldMkLst>
          <pc:docMk/>
          <pc:sldMk cId="3405452540" sldId="265"/>
        </pc:sldMkLst>
      </pc:sldChg>
      <pc:sldChg chg="addSp delSp modSp mod modNotes">
        <pc:chgData name="Peng, Beverly" userId="e9b9e11a-e91c-420a-9e81-bc866672ff32" providerId="ADAL" clId="{C9E82030-AA24-46CB-9A2B-61E31DD56DAD}" dt="2025-10-27T20:24:26.165" v="4475" actId="14100"/>
        <pc:sldMkLst>
          <pc:docMk/>
          <pc:sldMk cId="4157748097" sldId="266"/>
        </pc:sldMkLst>
        <pc:spChg chg="mod">
          <ac:chgData name="Peng, Beverly" userId="e9b9e11a-e91c-420a-9e81-bc866672ff32" providerId="ADAL" clId="{C9E82030-AA24-46CB-9A2B-61E31DD56DAD}" dt="2025-10-23T18:32:53.328" v="2037" actId="1076"/>
          <ac:spMkLst>
            <pc:docMk/>
            <pc:sldMk cId="4157748097" sldId="266"/>
            <ac:spMk id="5" creationId="{FDF750D0-042F-2F74-D4E0-A0921A6D8574}"/>
          </ac:spMkLst>
        </pc:spChg>
        <pc:spChg chg="mod">
          <ac:chgData name="Peng, Beverly" userId="e9b9e11a-e91c-420a-9e81-bc866672ff32" providerId="ADAL" clId="{C9E82030-AA24-46CB-9A2B-61E31DD56DAD}" dt="2025-10-23T16:59:04.048" v="1286" actId="20577"/>
          <ac:spMkLst>
            <pc:docMk/>
            <pc:sldMk cId="4157748097" sldId="266"/>
            <ac:spMk id="23" creationId="{D3FA881F-E4E3-72D7-F91C-ED18346721BE}"/>
          </ac:spMkLst>
        </pc:spChg>
        <pc:spChg chg="mod">
          <ac:chgData name="Peng, Beverly" userId="e9b9e11a-e91c-420a-9e81-bc866672ff32" providerId="ADAL" clId="{C9E82030-AA24-46CB-9A2B-61E31DD56DAD}" dt="2025-10-23T17:55:44.903" v="1723" actId="1076"/>
          <ac:spMkLst>
            <pc:docMk/>
            <pc:sldMk cId="4157748097" sldId="266"/>
            <ac:spMk id="24" creationId="{D804A7BF-9B8D-A353-466F-754E1A177981}"/>
          </ac:spMkLst>
        </pc:spChg>
        <pc:spChg chg="mod ord">
          <ac:chgData name="Peng, Beverly" userId="e9b9e11a-e91c-420a-9e81-bc866672ff32" providerId="ADAL" clId="{C9E82030-AA24-46CB-9A2B-61E31DD56DAD}" dt="2025-10-23T17:41:08.724" v="1392" actId="20577"/>
          <ac:spMkLst>
            <pc:docMk/>
            <pc:sldMk cId="4157748097" sldId="266"/>
            <ac:spMk id="57" creationId="{22C18EBC-0E59-ED0F-2D8F-594EA1CD22F3}"/>
          </ac:spMkLst>
        </pc:spChg>
        <pc:spChg chg="mod">
          <ac:chgData name="Peng, Beverly" userId="e9b9e11a-e91c-420a-9e81-bc866672ff32" providerId="ADAL" clId="{C9E82030-AA24-46CB-9A2B-61E31DD56DAD}" dt="2025-10-23T17:53:50.952" v="1659" actId="20577"/>
          <ac:spMkLst>
            <pc:docMk/>
            <pc:sldMk cId="4157748097" sldId="266"/>
            <ac:spMk id="58" creationId="{AABB3290-36C2-6BC1-A812-92BAFD5A9A10}"/>
          </ac:spMkLst>
        </pc:spChg>
        <pc:spChg chg="mod ord">
          <ac:chgData name="Peng, Beverly" userId="e9b9e11a-e91c-420a-9e81-bc866672ff32" providerId="ADAL" clId="{C9E82030-AA24-46CB-9A2B-61E31DD56DAD}" dt="2025-10-23T19:22:06.587" v="2545" actId="1035"/>
          <ac:spMkLst>
            <pc:docMk/>
            <pc:sldMk cId="4157748097" sldId="266"/>
            <ac:spMk id="3073" creationId="{DFACB51E-B52E-A749-8824-80BFAE14DD4C}"/>
          </ac:spMkLst>
        </pc:spChg>
        <pc:spChg chg="mod">
          <ac:chgData name="Peng, Beverly" userId="e9b9e11a-e91c-420a-9e81-bc866672ff32" providerId="ADAL" clId="{C9E82030-AA24-46CB-9A2B-61E31DD56DAD}" dt="2025-10-23T19:30:19.015" v="2589" actId="1076"/>
          <ac:spMkLst>
            <pc:docMk/>
            <pc:sldMk cId="4157748097" sldId="266"/>
            <ac:spMk id="3078" creationId="{7F187F52-9A34-DD78-4160-7EC357B5F689}"/>
          </ac:spMkLst>
        </pc:spChg>
        <pc:spChg chg="mod">
          <ac:chgData name="Peng, Beverly" userId="e9b9e11a-e91c-420a-9e81-bc866672ff32" providerId="ADAL" clId="{C9E82030-AA24-46CB-9A2B-61E31DD56DAD}" dt="2025-10-23T19:26:18.937" v="2562" actId="1038"/>
          <ac:spMkLst>
            <pc:docMk/>
            <pc:sldMk cId="4157748097" sldId="266"/>
            <ac:spMk id="3080" creationId="{32E862E1-2822-302B-8475-5E0A902177C4}"/>
          </ac:spMkLst>
        </pc:spChg>
        <pc:spChg chg="mod">
          <ac:chgData name="Peng, Beverly" userId="e9b9e11a-e91c-420a-9e81-bc866672ff32" providerId="ADAL" clId="{C9E82030-AA24-46CB-9A2B-61E31DD56DAD}" dt="2025-10-23T19:26:18.937" v="2562" actId="1038"/>
          <ac:spMkLst>
            <pc:docMk/>
            <pc:sldMk cId="4157748097" sldId="266"/>
            <ac:spMk id="3081" creationId="{018702F9-34DC-6F18-B4AA-78164ACC0517}"/>
          </ac:spMkLst>
        </pc:spChg>
        <pc:spChg chg="mod">
          <ac:chgData name="Peng, Beverly" userId="e9b9e11a-e91c-420a-9e81-bc866672ff32" providerId="ADAL" clId="{C9E82030-AA24-46CB-9A2B-61E31DD56DAD}" dt="2025-10-23T19:26:18.937" v="2562" actId="1038"/>
          <ac:spMkLst>
            <pc:docMk/>
            <pc:sldMk cId="4157748097" sldId="266"/>
            <ac:spMk id="3082" creationId="{29F8D1DE-411D-7D82-5E46-346676668DBF}"/>
          </ac:spMkLst>
        </pc:spChg>
        <pc:spChg chg="mod">
          <ac:chgData name="Peng, Beverly" userId="e9b9e11a-e91c-420a-9e81-bc866672ff32" providerId="ADAL" clId="{C9E82030-AA24-46CB-9A2B-61E31DD56DAD}" dt="2025-10-23T19:26:18.937" v="2562" actId="1038"/>
          <ac:spMkLst>
            <pc:docMk/>
            <pc:sldMk cId="4157748097" sldId="266"/>
            <ac:spMk id="3083" creationId="{710C7490-DB84-876E-DF0A-E345FB732CEF}"/>
          </ac:spMkLst>
        </pc:spChg>
        <pc:spChg chg="mod">
          <ac:chgData name="Peng, Beverly" userId="e9b9e11a-e91c-420a-9e81-bc866672ff32" providerId="ADAL" clId="{C9E82030-AA24-46CB-9A2B-61E31DD56DAD}" dt="2025-10-23T19:26:18.937" v="2562" actId="1038"/>
          <ac:spMkLst>
            <pc:docMk/>
            <pc:sldMk cId="4157748097" sldId="266"/>
            <ac:spMk id="3086" creationId="{DA581D63-7349-A32C-126D-CAD327D12121}"/>
          </ac:spMkLst>
        </pc:spChg>
        <pc:spChg chg="mod">
          <ac:chgData name="Peng, Beverly" userId="e9b9e11a-e91c-420a-9e81-bc866672ff32" providerId="ADAL" clId="{C9E82030-AA24-46CB-9A2B-61E31DD56DAD}" dt="2025-10-23T19:26:18.937" v="2562" actId="1038"/>
          <ac:spMkLst>
            <pc:docMk/>
            <pc:sldMk cId="4157748097" sldId="266"/>
            <ac:spMk id="3087" creationId="{718219BA-8EC4-EEA7-AF8B-4F9F156C38F3}"/>
          </ac:spMkLst>
        </pc:spChg>
        <pc:spChg chg="mod">
          <ac:chgData name="Peng, Beverly" userId="e9b9e11a-e91c-420a-9e81-bc866672ff32" providerId="ADAL" clId="{C9E82030-AA24-46CB-9A2B-61E31DD56DAD}" dt="2025-10-23T19:26:18.937" v="2562" actId="1038"/>
          <ac:spMkLst>
            <pc:docMk/>
            <pc:sldMk cId="4157748097" sldId="266"/>
            <ac:spMk id="3088" creationId="{4B81063F-45AE-3458-9B93-AF4CE4C8ED9C}"/>
          </ac:spMkLst>
        </pc:spChg>
        <pc:spChg chg="mod">
          <ac:chgData name="Peng, Beverly" userId="e9b9e11a-e91c-420a-9e81-bc866672ff32" providerId="ADAL" clId="{C9E82030-AA24-46CB-9A2B-61E31DD56DAD}" dt="2025-10-23T19:26:18.937" v="2562" actId="1038"/>
          <ac:spMkLst>
            <pc:docMk/>
            <pc:sldMk cId="4157748097" sldId="266"/>
            <ac:spMk id="3089" creationId="{449C37A1-BBC8-6861-CA42-65265E052189}"/>
          </ac:spMkLst>
        </pc:spChg>
        <pc:spChg chg="mod">
          <ac:chgData name="Peng, Beverly" userId="e9b9e11a-e91c-420a-9e81-bc866672ff32" providerId="ADAL" clId="{C9E82030-AA24-46CB-9A2B-61E31DD56DAD}" dt="2025-10-24T18:41:43.650" v="3995" actId="20577"/>
          <ac:spMkLst>
            <pc:docMk/>
            <pc:sldMk cId="4157748097" sldId="266"/>
            <ac:spMk id="3090" creationId="{B18497FA-C813-1BF4-8142-50C5F13D45CB}"/>
          </ac:spMkLst>
        </pc:spChg>
        <pc:spChg chg="add mod">
          <ac:chgData name="Peng, Beverly" userId="e9b9e11a-e91c-420a-9e81-bc866672ff32" providerId="ADAL" clId="{C9E82030-AA24-46CB-9A2B-61E31DD56DAD}" dt="2025-10-27T17:16:37.463" v="4249" actId="113"/>
          <ac:spMkLst>
            <pc:docMk/>
            <pc:sldMk cId="4157748097" sldId="266"/>
            <ac:spMk id="3141" creationId="{B3E149F8-A704-558A-5C01-AE951570F403}"/>
          </ac:spMkLst>
        </pc:spChg>
        <pc:spChg chg="add mod">
          <ac:chgData name="Peng, Beverly" userId="e9b9e11a-e91c-420a-9e81-bc866672ff32" providerId="ADAL" clId="{C9E82030-AA24-46CB-9A2B-61E31DD56DAD}" dt="2025-10-27T17:16:35.545" v="4248" actId="113"/>
          <ac:spMkLst>
            <pc:docMk/>
            <pc:sldMk cId="4157748097" sldId="266"/>
            <ac:spMk id="3142" creationId="{ECE4CAFD-AC0B-A713-6867-9B74A674A715}"/>
          </ac:spMkLst>
        </pc:spChg>
        <pc:spChg chg="add mod">
          <ac:chgData name="Peng, Beverly" userId="e9b9e11a-e91c-420a-9e81-bc866672ff32" providerId="ADAL" clId="{C9E82030-AA24-46CB-9A2B-61E31DD56DAD}" dt="2025-10-27T17:16:40.927" v="4250" actId="113"/>
          <ac:spMkLst>
            <pc:docMk/>
            <pc:sldMk cId="4157748097" sldId="266"/>
            <ac:spMk id="3143" creationId="{05959830-BCFB-5DAF-0A48-CD613BE99B85}"/>
          </ac:spMkLst>
        </pc:spChg>
        <pc:spChg chg="add mod">
          <ac:chgData name="Peng, Beverly" userId="e9b9e11a-e91c-420a-9e81-bc866672ff32" providerId="ADAL" clId="{C9E82030-AA24-46CB-9A2B-61E31DD56DAD}" dt="2025-10-23T19:30:58.769" v="2597" actId="1582"/>
          <ac:spMkLst>
            <pc:docMk/>
            <pc:sldMk cId="4157748097" sldId="266"/>
            <ac:spMk id="3152" creationId="{E60FE135-F599-3B5A-8123-E8A53052625D}"/>
          </ac:spMkLst>
        </pc:spChg>
        <pc:spChg chg="add mod">
          <ac:chgData name="Peng, Beverly" userId="e9b9e11a-e91c-420a-9e81-bc866672ff32" providerId="ADAL" clId="{C9E82030-AA24-46CB-9A2B-61E31DD56DAD}" dt="2025-10-23T19:31:24.375" v="2606" actId="1035"/>
          <ac:spMkLst>
            <pc:docMk/>
            <pc:sldMk cId="4157748097" sldId="266"/>
            <ac:spMk id="3153" creationId="{3942142C-D7A2-70E2-26B9-0339AEEF22A9}"/>
          </ac:spMkLst>
        </pc:spChg>
        <pc:spChg chg="add mod">
          <ac:chgData name="Peng, Beverly" userId="e9b9e11a-e91c-420a-9e81-bc866672ff32" providerId="ADAL" clId="{C9E82030-AA24-46CB-9A2B-61E31DD56DAD}" dt="2025-10-24T18:58:19.749" v="4129" actId="1038"/>
          <ac:spMkLst>
            <pc:docMk/>
            <pc:sldMk cId="4157748097" sldId="266"/>
            <ac:spMk id="3154" creationId="{FEC795CA-4F94-8778-F34E-A879B243E6F3}"/>
          </ac:spMkLst>
        </pc:spChg>
        <pc:spChg chg="add mod">
          <ac:chgData name="Peng, Beverly" userId="e9b9e11a-e91c-420a-9e81-bc866672ff32" providerId="ADAL" clId="{C9E82030-AA24-46CB-9A2B-61E31DD56DAD}" dt="2025-10-24T18:58:19.749" v="4129" actId="1038"/>
          <ac:spMkLst>
            <pc:docMk/>
            <pc:sldMk cId="4157748097" sldId="266"/>
            <ac:spMk id="3155" creationId="{082249DB-32FD-4768-0714-8D3B06409E0F}"/>
          </ac:spMkLst>
        </pc:spChg>
        <pc:picChg chg="add mod">
          <ac:chgData name="Peng, Beverly" userId="e9b9e11a-e91c-420a-9e81-bc866672ff32" providerId="ADAL" clId="{C9E82030-AA24-46CB-9A2B-61E31DD56DAD}" dt="2025-10-23T19:25:57.997" v="2548" actId="1076"/>
          <ac:picMkLst>
            <pc:docMk/>
            <pc:sldMk cId="4157748097" sldId="266"/>
            <ac:picMk id="3" creationId="{7C8A52C8-B24C-8851-189B-1B77C6C21535}"/>
          </ac:picMkLst>
        </pc:picChg>
        <pc:picChg chg="add mod">
          <ac:chgData name="Peng, Beverly" userId="e9b9e11a-e91c-420a-9e81-bc866672ff32" providerId="ADAL" clId="{C9E82030-AA24-46CB-9A2B-61E31DD56DAD}" dt="2025-10-23T17:31:54.151" v="1296" actId="14100"/>
          <ac:picMkLst>
            <pc:docMk/>
            <pc:sldMk cId="4157748097" sldId="266"/>
            <ac:picMk id="8" creationId="{80CFCE78-56B4-7896-91B3-A22042EAC754}"/>
          </ac:picMkLst>
        </pc:picChg>
        <pc:picChg chg="mod ord">
          <ac:chgData name="Peng, Beverly" userId="e9b9e11a-e91c-420a-9e81-bc866672ff32" providerId="ADAL" clId="{C9E82030-AA24-46CB-9A2B-61E31DD56DAD}" dt="2025-10-24T18:58:25.549" v="4142" actId="1038"/>
          <ac:picMkLst>
            <pc:docMk/>
            <pc:sldMk cId="4157748097" sldId="266"/>
            <ac:picMk id="15" creationId="{D4B4E776-4660-25F5-9DE4-E7C74B060514}"/>
          </ac:picMkLst>
        </pc:picChg>
        <pc:picChg chg="mod">
          <ac:chgData name="Peng, Beverly" userId="e9b9e11a-e91c-420a-9e81-bc866672ff32" providerId="ADAL" clId="{C9E82030-AA24-46CB-9A2B-61E31DD56DAD}" dt="2025-10-23T16:59:22.398" v="1290" actId="1076"/>
          <ac:picMkLst>
            <pc:docMk/>
            <pc:sldMk cId="4157748097" sldId="266"/>
            <ac:picMk id="17" creationId="{6EDC4F70-4304-E85F-7DBE-97BEC8E03C56}"/>
          </ac:picMkLst>
        </pc:picChg>
        <pc:picChg chg="mod">
          <ac:chgData name="Peng, Beverly" userId="e9b9e11a-e91c-420a-9e81-bc866672ff32" providerId="ADAL" clId="{C9E82030-AA24-46CB-9A2B-61E31DD56DAD}" dt="2025-10-23T19:21:56.056" v="2530" actId="14100"/>
          <ac:picMkLst>
            <pc:docMk/>
            <pc:sldMk cId="4157748097" sldId="266"/>
            <ac:picMk id="19" creationId="{0E48028E-6DFA-0C8E-35BE-D93730A13579}"/>
          </ac:picMkLst>
        </pc:picChg>
        <pc:picChg chg="mod modCrop">
          <ac:chgData name="Peng, Beverly" userId="e9b9e11a-e91c-420a-9e81-bc866672ff32" providerId="ADAL" clId="{C9E82030-AA24-46CB-9A2B-61E31DD56DAD}" dt="2025-10-23T17:52:49.767" v="1604" actId="1037"/>
          <ac:picMkLst>
            <pc:docMk/>
            <pc:sldMk cId="4157748097" sldId="266"/>
            <ac:picMk id="59" creationId="{EEB8D74D-2C6E-95E6-DD85-30DFE8E5C391}"/>
          </ac:picMkLst>
        </pc:picChg>
        <pc:picChg chg="add mod modCrop">
          <ac:chgData name="Peng, Beverly" userId="e9b9e11a-e91c-420a-9e81-bc866672ff32" providerId="ADAL" clId="{C9E82030-AA24-46CB-9A2B-61E31DD56DAD}" dt="2025-10-23T17:51:06.581" v="1533" actId="1076"/>
          <ac:picMkLst>
            <pc:docMk/>
            <pc:sldMk cId="4157748097" sldId="266"/>
            <ac:picMk id="61" creationId="{DD6CF5E1-9291-CD14-A683-D408F87192CD}"/>
          </ac:picMkLst>
        </pc:picChg>
        <pc:picChg chg="mod modCrop">
          <ac:chgData name="Peng, Beverly" userId="e9b9e11a-e91c-420a-9e81-bc866672ff32" providerId="ADAL" clId="{C9E82030-AA24-46CB-9A2B-61E31DD56DAD}" dt="2025-10-23T17:51:55.746" v="1572" actId="1037"/>
          <ac:picMkLst>
            <pc:docMk/>
            <pc:sldMk cId="4157748097" sldId="266"/>
            <ac:picMk id="63" creationId="{9792F489-1E87-9CB2-ECDC-FEAB010A358D}"/>
          </ac:picMkLst>
        </pc:picChg>
        <pc:picChg chg="add mod modCrop">
          <ac:chgData name="Peng, Beverly" userId="e9b9e11a-e91c-420a-9e81-bc866672ff32" providerId="ADAL" clId="{C9E82030-AA24-46CB-9A2B-61E31DD56DAD}" dt="2025-10-23T17:42:55.050" v="1409" actId="1076"/>
          <ac:picMkLst>
            <pc:docMk/>
            <pc:sldMk cId="4157748097" sldId="266"/>
            <ac:picMk id="3074" creationId="{2505C520-66E4-2CED-614B-7FB226C6C1D8}"/>
          </ac:picMkLst>
        </pc:picChg>
        <pc:picChg chg="add mod modCrop">
          <ac:chgData name="Peng, Beverly" userId="e9b9e11a-e91c-420a-9e81-bc866672ff32" providerId="ADAL" clId="{C9E82030-AA24-46CB-9A2B-61E31DD56DAD}" dt="2025-10-23T17:52:49.767" v="1604" actId="1037"/>
          <ac:picMkLst>
            <pc:docMk/>
            <pc:sldMk cId="4157748097" sldId="266"/>
            <ac:picMk id="3076" creationId="{563A525C-EB37-0D18-4A68-531F25AABD19}"/>
          </ac:picMkLst>
        </pc:picChg>
        <pc:picChg chg="add mod modCrop">
          <ac:chgData name="Peng, Beverly" userId="e9b9e11a-e91c-420a-9e81-bc866672ff32" providerId="ADAL" clId="{C9E82030-AA24-46CB-9A2B-61E31DD56DAD}" dt="2025-10-23T17:51:38.144" v="1570" actId="1036"/>
          <ac:picMkLst>
            <pc:docMk/>
            <pc:sldMk cId="4157748097" sldId="266"/>
            <ac:picMk id="3084" creationId="{1603CE76-8034-B86E-C765-9C11CE7F7ED1}"/>
          </ac:picMkLst>
        </pc:picChg>
        <pc:picChg chg="add mod modCrop">
          <ac:chgData name="Peng, Beverly" userId="e9b9e11a-e91c-420a-9e81-bc866672ff32" providerId="ADAL" clId="{C9E82030-AA24-46CB-9A2B-61E31DD56DAD}" dt="2025-10-23T17:53:19.902" v="1651" actId="1036"/>
          <ac:picMkLst>
            <pc:docMk/>
            <pc:sldMk cId="4157748097" sldId="266"/>
            <ac:picMk id="3092" creationId="{04A8769B-E8F2-CD41-E17C-7DB583F3CCBE}"/>
          </ac:picMkLst>
        </pc:picChg>
        <pc:picChg chg="add mod ord modCrop">
          <ac:chgData name="Peng, Beverly" userId="e9b9e11a-e91c-420a-9e81-bc866672ff32" providerId="ADAL" clId="{C9E82030-AA24-46CB-9A2B-61E31DD56DAD}" dt="2025-10-23T17:53:21.222" v="1653" actId="1036"/>
          <ac:picMkLst>
            <pc:docMk/>
            <pc:sldMk cId="4157748097" sldId="266"/>
            <ac:picMk id="3094" creationId="{EF39AD16-9B0F-2A42-83F9-5747DD9B40E9}"/>
          </ac:picMkLst>
        </pc:picChg>
        <pc:picChg chg="mod modCrop">
          <ac:chgData name="Peng, Beverly" userId="e9b9e11a-e91c-420a-9e81-bc866672ff32" providerId="ADAL" clId="{C9E82030-AA24-46CB-9A2B-61E31DD56DAD}" dt="2025-10-23T17:52:49.767" v="1604" actId="1037"/>
          <ac:picMkLst>
            <pc:docMk/>
            <pc:sldMk cId="4157748097" sldId="266"/>
            <ac:picMk id="3096" creationId="{5508EF55-F43E-44E0-11D6-D0576353761A}"/>
          </ac:picMkLst>
        </pc:picChg>
        <pc:picChg chg="mod modCrop">
          <ac:chgData name="Peng, Beverly" userId="e9b9e11a-e91c-420a-9e81-bc866672ff32" providerId="ADAL" clId="{C9E82030-AA24-46CB-9A2B-61E31DD56DAD}" dt="2025-10-23T17:51:34.581" v="1568" actId="1035"/>
          <ac:picMkLst>
            <pc:docMk/>
            <pc:sldMk cId="4157748097" sldId="266"/>
            <ac:picMk id="3098" creationId="{8704FCEF-7326-87AD-7CB0-C7921C024DD4}"/>
          </ac:picMkLst>
        </pc:picChg>
        <pc:picChg chg="add mod modCrop">
          <ac:chgData name="Peng, Beverly" userId="e9b9e11a-e91c-420a-9e81-bc866672ff32" providerId="ADAL" clId="{C9E82030-AA24-46CB-9A2B-61E31DD56DAD}" dt="2025-10-23T17:53:15.328" v="1642" actId="1036"/>
          <ac:picMkLst>
            <pc:docMk/>
            <pc:sldMk cId="4157748097" sldId="266"/>
            <ac:picMk id="3100" creationId="{E52E3F36-41C4-7F59-F1C7-5A11A4DF489E}"/>
          </ac:picMkLst>
        </pc:picChg>
        <pc:picChg chg="mod modCrop">
          <ac:chgData name="Peng, Beverly" userId="e9b9e11a-e91c-420a-9e81-bc866672ff32" providerId="ADAL" clId="{C9E82030-AA24-46CB-9A2B-61E31DD56DAD}" dt="2025-10-23T17:53:17.495" v="1649" actId="1036"/>
          <ac:picMkLst>
            <pc:docMk/>
            <pc:sldMk cId="4157748097" sldId="266"/>
            <ac:picMk id="3103" creationId="{D128B326-24A0-B65C-AB18-7D09B16B0149}"/>
          </ac:picMkLst>
        </pc:picChg>
        <pc:picChg chg="add mod modCrop">
          <ac:chgData name="Peng, Beverly" userId="e9b9e11a-e91c-420a-9e81-bc866672ff32" providerId="ADAL" clId="{C9E82030-AA24-46CB-9A2B-61E31DD56DAD}" dt="2025-10-23T17:52:49.767" v="1604" actId="1037"/>
          <ac:picMkLst>
            <pc:docMk/>
            <pc:sldMk cId="4157748097" sldId="266"/>
            <ac:picMk id="3107" creationId="{2C49ED7A-92CC-4AFB-3DEE-8673896E9EFE}"/>
          </ac:picMkLst>
        </pc:picChg>
        <pc:picChg chg="add mod modCrop">
          <ac:chgData name="Peng, Beverly" userId="e9b9e11a-e91c-420a-9e81-bc866672ff32" providerId="ADAL" clId="{C9E82030-AA24-46CB-9A2B-61E31DD56DAD}" dt="2025-10-23T17:51:26.194" v="1555" actId="1036"/>
          <ac:picMkLst>
            <pc:docMk/>
            <pc:sldMk cId="4157748097" sldId="266"/>
            <ac:picMk id="3111" creationId="{C257E62D-9F47-65B1-ECB4-63E4BD4049B2}"/>
          </ac:picMkLst>
        </pc:picChg>
        <pc:picChg chg="add mod modCrop">
          <ac:chgData name="Peng, Beverly" userId="e9b9e11a-e91c-420a-9e81-bc866672ff32" providerId="ADAL" clId="{C9E82030-AA24-46CB-9A2B-61E31DD56DAD}" dt="2025-10-23T17:53:05.664" v="1618" actId="1036"/>
          <ac:picMkLst>
            <pc:docMk/>
            <pc:sldMk cId="4157748097" sldId="266"/>
            <ac:picMk id="3115" creationId="{CD5F37A9-DCC5-3C5C-09A4-913DBE01BF36}"/>
          </ac:picMkLst>
        </pc:picChg>
        <pc:picChg chg="mod modCrop">
          <ac:chgData name="Peng, Beverly" userId="e9b9e11a-e91c-420a-9e81-bc866672ff32" providerId="ADAL" clId="{C9E82030-AA24-46CB-9A2B-61E31DD56DAD}" dt="2025-10-23T17:53:09.767" v="1633" actId="1036"/>
          <ac:picMkLst>
            <pc:docMk/>
            <pc:sldMk cId="4157748097" sldId="266"/>
            <ac:picMk id="3122" creationId="{D2C0D196-270A-F486-2835-073DCA59A1CC}"/>
          </ac:picMkLst>
        </pc:picChg>
        <pc:picChg chg="add mod ord">
          <ac:chgData name="Peng, Beverly" userId="e9b9e11a-e91c-420a-9e81-bc866672ff32" providerId="ADAL" clId="{C9E82030-AA24-46CB-9A2B-61E31DD56DAD}" dt="2025-10-23T17:58:56.527" v="1805" actId="1076"/>
          <ac:picMkLst>
            <pc:docMk/>
            <pc:sldMk cId="4157748097" sldId="266"/>
            <ac:picMk id="3126" creationId="{7B1F5399-739A-EC04-5CBB-E8D977CCA5CA}"/>
          </ac:picMkLst>
        </pc:picChg>
        <pc:picChg chg="add mod ord modCrop">
          <ac:chgData name="Peng, Beverly" userId="e9b9e11a-e91c-420a-9e81-bc866672ff32" providerId="ADAL" clId="{C9E82030-AA24-46CB-9A2B-61E31DD56DAD}" dt="2025-10-23T19:22:06.587" v="2545" actId="1035"/>
          <ac:picMkLst>
            <pc:docMk/>
            <pc:sldMk cId="4157748097" sldId="266"/>
            <ac:picMk id="3136" creationId="{B027AEBA-9ED8-4EA8-1B2E-74375CAA225D}"/>
          </ac:picMkLst>
        </pc:picChg>
        <pc:picChg chg="add mod ord modCrop">
          <ac:chgData name="Peng, Beverly" userId="e9b9e11a-e91c-420a-9e81-bc866672ff32" providerId="ADAL" clId="{C9E82030-AA24-46CB-9A2B-61E31DD56DAD}" dt="2025-10-23T19:22:06.587" v="2545" actId="1035"/>
          <ac:picMkLst>
            <pc:docMk/>
            <pc:sldMk cId="4157748097" sldId="266"/>
            <ac:picMk id="3138" creationId="{8DFC99BE-FBD9-E22F-ACA4-DCEE74BA74F5}"/>
          </ac:picMkLst>
        </pc:picChg>
        <pc:picChg chg="add mod ord modCrop">
          <ac:chgData name="Peng, Beverly" userId="e9b9e11a-e91c-420a-9e81-bc866672ff32" providerId="ADAL" clId="{C9E82030-AA24-46CB-9A2B-61E31DD56DAD}" dt="2025-10-24T18:58:19.749" v="4129" actId="1038"/>
          <ac:picMkLst>
            <pc:docMk/>
            <pc:sldMk cId="4157748097" sldId="266"/>
            <ac:picMk id="3140" creationId="{7AA71015-57B1-7D42-8F3F-7740B5C9B4C5}"/>
          </ac:picMkLst>
        </pc:picChg>
        <pc:picChg chg="add mod ord">
          <ac:chgData name="Peng, Beverly" userId="e9b9e11a-e91c-420a-9e81-bc866672ff32" providerId="ADAL" clId="{C9E82030-AA24-46CB-9A2B-61E31DD56DAD}" dt="2025-10-23T19:22:06.587" v="2545" actId="1035"/>
          <ac:picMkLst>
            <pc:docMk/>
            <pc:sldMk cId="4157748097" sldId="266"/>
            <ac:picMk id="3145" creationId="{D62B9E8A-6F60-A4BF-8909-71BEACECAA06}"/>
          </ac:picMkLst>
        </pc:picChg>
        <pc:picChg chg="add mod ord">
          <ac:chgData name="Peng, Beverly" userId="e9b9e11a-e91c-420a-9e81-bc866672ff32" providerId="ADAL" clId="{C9E82030-AA24-46CB-9A2B-61E31DD56DAD}" dt="2025-10-23T19:18:16.179" v="2421" actId="1037"/>
          <ac:picMkLst>
            <pc:docMk/>
            <pc:sldMk cId="4157748097" sldId="266"/>
            <ac:picMk id="3147" creationId="{C45E86EE-3CF5-21D7-4A7D-A6E492A92E5D}"/>
          </ac:picMkLst>
        </pc:picChg>
        <pc:picChg chg="add mod ord">
          <ac:chgData name="Peng, Beverly" userId="e9b9e11a-e91c-420a-9e81-bc866672ff32" providerId="ADAL" clId="{C9E82030-AA24-46CB-9A2B-61E31DD56DAD}" dt="2025-10-24T18:58:19.749" v="4129" actId="1038"/>
          <ac:picMkLst>
            <pc:docMk/>
            <pc:sldMk cId="4157748097" sldId="266"/>
            <ac:picMk id="3149" creationId="{3E0A5C20-9043-B82E-0A50-30181680CD2F}"/>
          </ac:picMkLst>
        </pc:picChg>
        <pc:picChg chg="add mod ord">
          <ac:chgData name="Peng, Beverly" userId="e9b9e11a-e91c-420a-9e81-bc866672ff32" providerId="ADAL" clId="{C9E82030-AA24-46CB-9A2B-61E31DD56DAD}" dt="2025-10-24T18:58:19.749" v="4129" actId="1038"/>
          <ac:picMkLst>
            <pc:docMk/>
            <pc:sldMk cId="4157748097" sldId="266"/>
            <ac:picMk id="3151" creationId="{00C9D629-7650-0A71-BA4D-CCCE785C522A}"/>
          </ac:picMkLst>
        </pc:picChg>
        <pc:picChg chg="add mod modCrop">
          <ac:chgData name="Peng, Beverly" userId="e9b9e11a-e91c-420a-9e81-bc866672ff32" providerId="ADAL" clId="{C9E82030-AA24-46CB-9A2B-61E31DD56DAD}" dt="2025-10-27T20:24:19.082" v="4474" actId="1076"/>
          <ac:picMkLst>
            <pc:docMk/>
            <pc:sldMk cId="4157748097" sldId="266"/>
            <ac:picMk id="3157" creationId="{E3B796AF-821A-128F-0335-11A42EFDA90E}"/>
          </ac:picMkLst>
        </pc:picChg>
        <pc:picChg chg="add mod modCrop">
          <ac:chgData name="Peng, Beverly" userId="e9b9e11a-e91c-420a-9e81-bc866672ff32" providerId="ADAL" clId="{C9E82030-AA24-46CB-9A2B-61E31DD56DAD}" dt="2025-10-27T20:24:26.165" v="4475" actId="14100"/>
          <ac:picMkLst>
            <pc:docMk/>
            <pc:sldMk cId="4157748097" sldId="266"/>
            <ac:picMk id="3159" creationId="{1828151D-556F-A3BA-24C2-970090AB1A8F}"/>
          </ac:picMkLst>
        </pc:picChg>
      </pc:sldChg>
      <pc:sldChg chg="modSp del modNotes">
        <pc:chgData name="Peng, Beverly" userId="e9b9e11a-e91c-420a-9e81-bc866672ff32" providerId="ADAL" clId="{C9E82030-AA24-46CB-9A2B-61E31DD56DAD}" dt="2025-10-24T18:27:35.795" v="3972" actId="47"/>
        <pc:sldMkLst>
          <pc:docMk/>
          <pc:sldMk cId="3128046701" sldId="267"/>
        </pc:sldMkLst>
      </pc:sldChg>
      <pc:sldChg chg="modSp del">
        <pc:chgData name="Peng, Beverly" userId="e9b9e11a-e91c-420a-9e81-bc866672ff32" providerId="ADAL" clId="{C9E82030-AA24-46CB-9A2B-61E31DD56DAD}" dt="2025-10-24T18:27:32.963" v="3970" actId="47"/>
        <pc:sldMkLst>
          <pc:docMk/>
          <pc:sldMk cId="3571929974" sldId="268"/>
        </pc:sldMkLst>
      </pc:sldChg>
      <pc:sldChg chg="addSp delSp modSp del mod">
        <pc:chgData name="Peng, Beverly" userId="e9b9e11a-e91c-420a-9e81-bc866672ff32" providerId="ADAL" clId="{C9E82030-AA24-46CB-9A2B-61E31DD56DAD}" dt="2025-10-23T03:43:58.977" v="704" actId="47"/>
        <pc:sldMkLst>
          <pc:docMk/>
          <pc:sldMk cId="3696237369" sldId="271"/>
        </pc:sldMkLst>
      </pc:sldChg>
      <pc:sldChg chg="addSp delSp modSp add del mod modNotes">
        <pc:chgData name="Peng, Beverly" userId="e9b9e11a-e91c-420a-9e81-bc866672ff32" providerId="ADAL" clId="{C9E82030-AA24-46CB-9A2B-61E31DD56DAD}" dt="2025-10-23T03:52:20.320" v="720" actId="47"/>
        <pc:sldMkLst>
          <pc:docMk/>
          <pc:sldMk cId="78743241" sldId="272"/>
        </pc:sldMkLst>
      </pc:sldChg>
      <pc:sldChg chg="addSp delSp modSp add mod modNotes">
        <pc:chgData name="Peng, Beverly" userId="e9b9e11a-e91c-420a-9e81-bc866672ff32" providerId="ADAL" clId="{C9E82030-AA24-46CB-9A2B-61E31DD56DAD}" dt="2025-10-27T18:15:20.367" v="4427" actId="1036"/>
        <pc:sldMkLst>
          <pc:docMk/>
          <pc:sldMk cId="363901026" sldId="273"/>
        </pc:sldMkLst>
        <pc:spChg chg="mod">
          <ac:chgData name="Peng, Beverly" userId="e9b9e11a-e91c-420a-9e81-bc866672ff32" providerId="ADAL" clId="{C9E82030-AA24-46CB-9A2B-61E31DD56DAD}" dt="2025-10-23T03:51:20.726" v="713" actId="1076"/>
          <ac:spMkLst>
            <pc:docMk/>
            <pc:sldMk cId="363901026" sldId="273"/>
            <ac:spMk id="2" creationId="{936B576E-E88B-47B4-9366-584737A9E035}"/>
          </ac:spMkLst>
        </pc:spChg>
        <pc:spChg chg="mod">
          <ac:chgData name="Peng, Beverly" userId="e9b9e11a-e91c-420a-9e81-bc866672ff32" providerId="ADAL" clId="{C9E82030-AA24-46CB-9A2B-61E31DD56DAD}" dt="2025-10-23T03:50:28.785" v="708"/>
          <ac:spMkLst>
            <pc:docMk/>
            <pc:sldMk cId="363901026" sldId="273"/>
            <ac:spMk id="4" creationId="{3AD507A4-8B01-D210-4AB3-CC8BDAF95277}"/>
          </ac:spMkLst>
        </pc:spChg>
        <pc:spChg chg="mod">
          <ac:chgData name="Peng, Beverly" userId="e9b9e11a-e91c-420a-9e81-bc866672ff32" providerId="ADAL" clId="{C9E82030-AA24-46CB-9A2B-61E31DD56DAD}" dt="2025-10-23T03:50:28.785" v="708"/>
          <ac:spMkLst>
            <pc:docMk/>
            <pc:sldMk cId="363901026" sldId="273"/>
            <ac:spMk id="5" creationId="{EDF077A9-1699-A908-592B-69584EF23BCC}"/>
          </ac:spMkLst>
        </pc:spChg>
        <pc:spChg chg="add mod">
          <ac:chgData name="Peng, Beverly" userId="e9b9e11a-e91c-420a-9e81-bc866672ff32" providerId="ADAL" clId="{C9E82030-AA24-46CB-9A2B-61E31DD56DAD}" dt="2025-10-23T03:55:33.262" v="762" actId="1582"/>
          <ac:spMkLst>
            <pc:docMk/>
            <pc:sldMk cId="363901026" sldId="273"/>
            <ac:spMk id="7" creationId="{DEC04C92-2E69-248A-4A2D-1CE670FCC17B}"/>
          </ac:spMkLst>
        </pc:spChg>
        <pc:spChg chg="add mod">
          <ac:chgData name="Peng, Beverly" userId="e9b9e11a-e91c-420a-9e81-bc866672ff32" providerId="ADAL" clId="{C9E82030-AA24-46CB-9A2B-61E31DD56DAD}" dt="2025-10-23T03:55:44.534" v="764" actId="1076"/>
          <ac:spMkLst>
            <pc:docMk/>
            <pc:sldMk cId="363901026" sldId="273"/>
            <ac:spMk id="8" creationId="{CF9119DE-982D-1A2E-C75D-102E2A0BD726}"/>
          </ac:spMkLst>
        </pc:spChg>
        <pc:spChg chg="mod">
          <ac:chgData name="Peng, Beverly" userId="e9b9e11a-e91c-420a-9e81-bc866672ff32" providerId="ADAL" clId="{C9E82030-AA24-46CB-9A2B-61E31DD56DAD}" dt="2025-10-23T03:51:20.726" v="713" actId="1076"/>
          <ac:spMkLst>
            <pc:docMk/>
            <pc:sldMk cId="363901026" sldId="273"/>
            <ac:spMk id="10" creationId="{D308D660-7A57-D57C-B0BF-4D6D292B717D}"/>
          </ac:spMkLst>
        </pc:spChg>
        <pc:spChg chg="mod">
          <ac:chgData name="Peng, Beverly" userId="e9b9e11a-e91c-420a-9e81-bc866672ff32" providerId="ADAL" clId="{C9E82030-AA24-46CB-9A2B-61E31DD56DAD}" dt="2025-10-23T03:53:53.210" v="751" actId="1036"/>
          <ac:spMkLst>
            <pc:docMk/>
            <pc:sldMk cId="363901026" sldId="273"/>
            <ac:spMk id="11" creationId="{C61F476D-6295-ADF4-D0A6-F06C09BE77F5}"/>
          </ac:spMkLst>
        </pc:spChg>
        <pc:spChg chg="mod">
          <ac:chgData name="Peng, Beverly" userId="e9b9e11a-e91c-420a-9e81-bc866672ff32" providerId="ADAL" clId="{C9E82030-AA24-46CB-9A2B-61E31DD56DAD}" dt="2025-10-23T03:53:48.808" v="740" actId="1036"/>
          <ac:spMkLst>
            <pc:docMk/>
            <pc:sldMk cId="363901026" sldId="273"/>
            <ac:spMk id="13" creationId="{67836914-094A-7F2B-6F8F-BC1982D252C4}"/>
          </ac:spMkLst>
        </pc:spChg>
        <pc:spChg chg="mod">
          <ac:chgData name="Peng, Beverly" userId="e9b9e11a-e91c-420a-9e81-bc866672ff32" providerId="ADAL" clId="{C9E82030-AA24-46CB-9A2B-61E31DD56DAD}" dt="2025-10-23T03:51:20.726" v="713" actId="1076"/>
          <ac:spMkLst>
            <pc:docMk/>
            <pc:sldMk cId="363901026" sldId="273"/>
            <ac:spMk id="15" creationId="{DD860F68-D539-DC6A-0A0F-1A54C1FC0353}"/>
          </ac:spMkLst>
        </pc:spChg>
        <pc:spChg chg="mod">
          <ac:chgData name="Peng, Beverly" userId="e9b9e11a-e91c-420a-9e81-bc866672ff32" providerId="ADAL" clId="{C9E82030-AA24-46CB-9A2B-61E31DD56DAD}" dt="2025-10-23T03:51:20.726" v="713" actId="1076"/>
          <ac:spMkLst>
            <pc:docMk/>
            <pc:sldMk cId="363901026" sldId="273"/>
            <ac:spMk id="16" creationId="{ECB4B0C6-3112-F67B-6E51-08A873634CC3}"/>
          </ac:spMkLst>
        </pc:spChg>
        <pc:spChg chg="mod">
          <ac:chgData name="Peng, Beverly" userId="e9b9e11a-e91c-420a-9e81-bc866672ff32" providerId="ADAL" clId="{C9E82030-AA24-46CB-9A2B-61E31DD56DAD}" dt="2025-10-23T03:51:20.726" v="713" actId="1076"/>
          <ac:spMkLst>
            <pc:docMk/>
            <pc:sldMk cId="363901026" sldId="273"/>
            <ac:spMk id="18" creationId="{A0AAE80C-44D5-7635-F91D-9DF4DC09DE3D}"/>
          </ac:spMkLst>
        </pc:spChg>
        <pc:spChg chg="mod">
          <ac:chgData name="Peng, Beverly" userId="e9b9e11a-e91c-420a-9e81-bc866672ff32" providerId="ADAL" clId="{C9E82030-AA24-46CB-9A2B-61E31DD56DAD}" dt="2025-10-23T03:51:20.726" v="713" actId="1076"/>
          <ac:spMkLst>
            <pc:docMk/>
            <pc:sldMk cId="363901026" sldId="273"/>
            <ac:spMk id="25" creationId="{CB2D0605-4F06-9754-4303-9458D01808D6}"/>
          </ac:spMkLst>
        </pc:spChg>
        <pc:spChg chg="mod">
          <ac:chgData name="Peng, Beverly" userId="e9b9e11a-e91c-420a-9e81-bc866672ff32" providerId="ADAL" clId="{C9E82030-AA24-46CB-9A2B-61E31DD56DAD}" dt="2025-10-23T03:51:20.726" v="713" actId="1076"/>
          <ac:spMkLst>
            <pc:docMk/>
            <pc:sldMk cId="363901026" sldId="273"/>
            <ac:spMk id="33" creationId="{B01B9663-0B57-348C-E6B7-7566C6FDE7A9}"/>
          </ac:spMkLst>
        </pc:spChg>
        <pc:spChg chg="mod">
          <ac:chgData name="Peng, Beverly" userId="e9b9e11a-e91c-420a-9e81-bc866672ff32" providerId="ADAL" clId="{C9E82030-AA24-46CB-9A2B-61E31DD56DAD}" dt="2025-10-23T03:51:20.726" v="713" actId="1076"/>
          <ac:spMkLst>
            <pc:docMk/>
            <pc:sldMk cId="363901026" sldId="273"/>
            <ac:spMk id="37" creationId="{CD80BF35-9E61-0F02-A2E2-D5145A133859}"/>
          </ac:spMkLst>
        </pc:spChg>
        <pc:picChg chg="add mod">
          <ac:chgData name="Peng, Beverly" userId="e9b9e11a-e91c-420a-9e81-bc866672ff32" providerId="ADAL" clId="{C9E82030-AA24-46CB-9A2B-61E31DD56DAD}" dt="2025-10-23T06:30:37.535" v="1101" actId="14100"/>
          <ac:picMkLst>
            <pc:docMk/>
            <pc:sldMk cId="363901026" sldId="273"/>
            <ac:picMk id="3" creationId="{75BCDA87-E9F3-0EAF-0D75-1802C125C0A5}"/>
          </ac:picMkLst>
        </pc:picChg>
        <pc:picChg chg="add mod">
          <ac:chgData name="Peng, Beverly" userId="e9b9e11a-e91c-420a-9e81-bc866672ff32" providerId="ADAL" clId="{C9E82030-AA24-46CB-9A2B-61E31DD56DAD}" dt="2025-10-23T06:30:41.728" v="1102" actId="1076"/>
          <ac:picMkLst>
            <pc:docMk/>
            <pc:sldMk cId="363901026" sldId="273"/>
            <ac:picMk id="6" creationId="{05B60080-245D-80E0-C3DF-86945C356092}"/>
          </ac:picMkLst>
        </pc:picChg>
        <pc:picChg chg="del">
          <ac:chgData name="Peng, Beverly" userId="e9b9e11a-e91c-420a-9e81-bc866672ff32" providerId="ADAL" clId="{C9E82030-AA24-46CB-9A2B-61E31DD56DAD}" dt="2025-10-27T17:37:59.593" v="4347" actId="478"/>
          <ac:picMkLst>
            <pc:docMk/>
            <pc:sldMk cId="363901026" sldId="273"/>
            <ac:picMk id="9" creationId="{5F9996DA-0F71-0242-E9FB-D01EE63A2F36}"/>
          </ac:picMkLst>
        </pc:picChg>
        <pc:picChg chg="del mod">
          <ac:chgData name="Peng, Beverly" userId="e9b9e11a-e91c-420a-9e81-bc866672ff32" providerId="ADAL" clId="{C9E82030-AA24-46CB-9A2B-61E31DD56DAD}" dt="2025-10-27T17:59:07.211" v="4371" actId="478"/>
          <ac:picMkLst>
            <pc:docMk/>
            <pc:sldMk cId="363901026" sldId="273"/>
            <ac:picMk id="19" creationId="{B9C3136D-1C0F-F035-FA55-CB5187087B75}"/>
          </ac:picMkLst>
        </pc:picChg>
        <pc:picChg chg="add mod ord">
          <ac:chgData name="Peng, Beverly" userId="e9b9e11a-e91c-420a-9e81-bc866672ff32" providerId="ADAL" clId="{C9E82030-AA24-46CB-9A2B-61E31DD56DAD}" dt="2025-10-23T05:15:11.792" v="889" actId="1038"/>
          <ac:picMkLst>
            <pc:docMk/>
            <pc:sldMk cId="363901026" sldId="273"/>
            <ac:picMk id="20" creationId="{9FD7E7B8-65A8-1E28-9EE3-0759962F7075}"/>
          </ac:picMkLst>
        </pc:picChg>
        <pc:picChg chg="add mod ord">
          <ac:chgData name="Peng, Beverly" userId="e9b9e11a-e91c-420a-9e81-bc866672ff32" providerId="ADAL" clId="{C9E82030-AA24-46CB-9A2B-61E31DD56DAD}" dt="2025-10-27T17:38:06.270" v="4350" actId="1076"/>
          <ac:picMkLst>
            <pc:docMk/>
            <pc:sldMk cId="363901026" sldId="273"/>
            <ac:picMk id="22" creationId="{4A0BB0BF-B429-4515-E1E0-965B101C92FD}"/>
          </ac:picMkLst>
        </pc:picChg>
        <pc:picChg chg="add mod ord">
          <ac:chgData name="Peng, Beverly" userId="e9b9e11a-e91c-420a-9e81-bc866672ff32" providerId="ADAL" clId="{C9E82030-AA24-46CB-9A2B-61E31DD56DAD}" dt="2025-10-27T17:49:44.877" v="4361" actId="1038"/>
          <ac:picMkLst>
            <pc:docMk/>
            <pc:sldMk cId="363901026" sldId="273"/>
            <ac:picMk id="26" creationId="{4CDBDBE5-5AC0-1D5C-5E43-FFDD89E0F87A}"/>
          </ac:picMkLst>
        </pc:picChg>
        <pc:picChg chg="add mod ord modCrop">
          <ac:chgData name="Peng, Beverly" userId="e9b9e11a-e91c-420a-9e81-bc866672ff32" providerId="ADAL" clId="{C9E82030-AA24-46CB-9A2B-61E31DD56DAD}" dt="2025-10-27T17:59:16.137" v="4374" actId="1076"/>
          <ac:picMkLst>
            <pc:docMk/>
            <pc:sldMk cId="363901026" sldId="273"/>
            <ac:picMk id="28" creationId="{05980687-2827-396D-50E8-BAA5A594564B}"/>
          </ac:picMkLst>
        </pc:picChg>
        <pc:picChg chg="add mod ord modCrop">
          <ac:chgData name="Peng, Beverly" userId="e9b9e11a-e91c-420a-9e81-bc866672ff32" providerId="ADAL" clId="{C9E82030-AA24-46CB-9A2B-61E31DD56DAD}" dt="2025-10-27T17:59:22.102" v="4381" actId="1037"/>
          <ac:picMkLst>
            <pc:docMk/>
            <pc:sldMk cId="363901026" sldId="273"/>
            <ac:picMk id="29" creationId="{BF4E7AFD-C452-9DD9-D763-02F7A3F6F5F0}"/>
          </ac:picMkLst>
        </pc:picChg>
        <pc:picChg chg="add del mod">
          <ac:chgData name="Peng, Beverly" userId="e9b9e11a-e91c-420a-9e81-bc866672ff32" providerId="ADAL" clId="{C9E82030-AA24-46CB-9A2B-61E31DD56DAD}" dt="2025-10-27T18:11:43.063" v="4412" actId="478"/>
          <ac:picMkLst>
            <pc:docMk/>
            <pc:sldMk cId="363901026" sldId="273"/>
            <ac:picMk id="31" creationId="{EACF955D-0BA3-48AD-8600-219F2343C208}"/>
          </ac:picMkLst>
        </pc:picChg>
        <pc:picChg chg="add mod ord">
          <ac:chgData name="Peng, Beverly" userId="e9b9e11a-e91c-420a-9e81-bc866672ff32" providerId="ADAL" clId="{C9E82030-AA24-46CB-9A2B-61E31DD56DAD}" dt="2025-10-27T18:15:20.367" v="4427" actId="1036"/>
          <ac:picMkLst>
            <pc:docMk/>
            <pc:sldMk cId="363901026" sldId="273"/>
            <ac:picMk id="35" creationId="{F4D5E860-7908-DC3E-7417-D6EDFCC96EF2}"/>
          </ac:picMkLst>
        </pc:picChg>
        <pc:picChg chg="mod">
          <ac:chgData name="Peng, Beverly" userId="e9b9e11a-e91c-420a-9e81-bc866672ff32" providerId="ADAL" clId="{C9E82030-AA24-46CB-9A2B-61E31DD56DAD}" dt="2025-10-23T03:53:53.210" v="751" actId="1036"/>
          <ac:picMkLst>
            <pc:docMk/>
            <pc:sldMk cId="363901026" sldId="273"/>
            <ac:picMk id="39" creationId="{3419E781-784F-6197-CB28-2F178ED0B26F}"/>
          </ac:picMkLst>
        </pc:picChg>
        <pc:picChg chg="mod">
          <ac:chgData name="Peng, Beverly" userId="e9b9e11a-e91c-420a-9e81-bc866672ff32" providerId="ADAL" clId="{C9E82030-AA24-46CB-9A2B-61E31DD56DAD}" dt="2025-10-23T03:53:53.210" v="751" actId="1036"/>
          <ac:picMkLst>
            <pc:docMk/>
            <pc:sldMk cId="363901026" sldId="273"/>
            <ac:picMk id="41" creationId="{089249DC-67E1-F9F9-C773-555546DD6FC6}"/>
          </ac:picMkLst>
        </pc:picChg>
        <pc:picChg chg="del mod">
          <ac:chgData name="Peng, Beverly" userId="e9b9e11a-e91c-420a-9e81-bc866672ff32" providerId="ADAL" clId="{C9E82030-AA24-46CB-9A2B-61E31DD56DAD}" dt="2025-10-27T18:15:07.370" v="4416" actId="478"/>
          <ac:picMkLst>
            <pc:docMk/>
            <pc:sldMk cId="363901026" sldId="273"/>
            <ac:picMk id="51" creationId="{8EA3D1F1-EBCD-6A19-7FAE-85D99E6EBE11}"/>
          </ac:picMkLst>
        </pc:picChg>
        <pc:picChg chg="del">
          <ac:chgData name="Peng, Beverly" userId="e9b9e11a-e91c-420a-9e81-bc866672ff32" providerId="ADAL" clId="{C9E82030-AA24-46CB-9A2B-61E31DD56DAD}" dt="2025-10-27T17:49:36.453" v="4355" actId="478"/>
          <ac:picMkLst>
            <pc:docMk/>
            <pc:sldMk cId="363901026" sldId="273"/>
            <ac:picMk id="57" creationId="{2C2214BB-581D-4E09-0B79-D9B19348D9A0}"/>
          </ac:picMkLst>
        </pc:picChg>
      </pc:sldChg>
      <pc:sldChg chg="new del">
        <pc:chgData name="Peng, Beverly" userId="e9b9e11a-e91c-420a-9e81-bc866672ff32" providerId="ADAL" clId="{C9E82030-AA24-46CB-9A2B-61E31DD56DAD}" dt="2025-10-24T18:55:44.003" v="4090" actId="680"/>
        <pc:sldMkLst>
          <pc:docMk/>
          <pc:sldMk cId="484668663" sldId="274"/>
        </pc:sldMkLst>
      </pc:sldChg>
      <pc:sldMasterChg chg="modSp modSldLayout">
        <pc:chgData name="Peng, Beverly" userId="e9b9e11a-e91c-420a-9e81-bc866672ff32" providerId="ADAL" clId="{C9E82030-AA24-46CB-9A2B-61E31DD56DAD}" dt="2025-10-23T03:50:28.785" v="708"/>
        <pc:sldMasterMkLst>
          <pc:docMk/>
          <pc:sldMasterMk cId="3213691139" sldId="2147483672"/>
        </pc:sldMasterMkLst>
        <pc:sldLayoutChg chg="modSp">
          <pc:chgData name="Peng, Beverly" userId="e9b9e11a-e91c-420a-9e81-bc866672ff32" providerId="ADAL" clId="{C9E82030-AA24-46CB-9A2B-61E31DD56DAD}" dt="2025-10-23T03:50:28.785" v="708"/>
          <pc:sldLayoutMkLst>
            <pc:docMk/>
            <pc:sldMasterMk cId="3213691139" sldId="2147483672"/>
            <pc:sldLayoutMk cId="2188393218" sldId="2147483673"/>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120770941" sldId="2147483675"/>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1671817856" sldId="2147483676"/>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3366342587" sldId="2147483677"/>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2771877823" sldId="2147483680"/>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149712673" sldId="2147483681"/>
          </pc:sldLayoutMkLst>
        </pc:sldLayoutChg>
        <pc:sldLayoutChg chg="modSp">
          <pc:chgData name="Peng, Beverly" userId="e9b9e11a-e91c-420a-9e81-bc866672ff32" providerId="ADAL" clId="{C9E82030-AA24-46CB-9A2B-61E31DD56DAD}" dt="2025-10-23T03:50:28.785" v="708"/>
          <pc:sldLayoutMkLst>
            <pc:docMk/>
            <pc:sldMasterMk cId="3213691139" sldId="2147483672"/>
            <pc:sldLayoutMk cId="1081029112"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F4259-DA26-4BE3-8305-42BE1F0FEAA4}" type="datetimeFigureOut">
              <a:rPr lang="en-US" smtClean="0"/>
              <a:t>10/26/2025</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15B6D9-890E-405E-B3BF-B60CFA8A4DF2}" type="slidenum">
              <a:rPr lang="en-US" smtClean="0"/>
              <a:t>‹#›</a:t>
            </a:fld>
            <a:endParaRPr lang="en-US"/>
          </a:p>
        </p:txBody>
      </p:sp>
    </p:spTree>
    <p:extLst>
      <p:ext uri="{BB962C8B-B14F-4D97-AF65-F5344CB8AC3E}">
        <p14:creationId xmlns:p14="http://schemas.microsoft.com/office/powerpoint/2010/main" val="741144856"/>
      </p:ext>
    </p:extLst>
  </p:cSld>
  <p:clrMap bg1="lt1" tx1="dk1" bg2="lt2" tx2="dk2" accent1="accent1" accent2="accent2" accent3="accent3" accent4="accent4" accent5="accent5" accent6="accent6" hlink="hlink" folHlink="folHlink"/>
  <p:notesStyle>
    <a:lvl1pPr marL="0" algn="l" defTabSz="1755648" rtl="0" eaLnBrk="1" latinLnBrk="0" hangingPunct="1">
      <a:defRPr sz="2304" kern="1200">
        <a:solidFill>
          <a:schemeClr val="tx1"/>
        </a:solidFill>
        <a:latin typeface="+mn-lt"/>
        <a:ea typeface="+mn-ea"/>
        <a:cs typeface="+mn-cs"/>
      </a:defRPr>
    </a:lvl1pPr>
    <a:lvl2pPr marL="877824" algn="l" defTabSz="1755648" rtl="0" eaLnBrk="1" latinLnBrk="0" hangingPunct="1">
      <a:defRPr sz="2304" kern="1200">
        <a:solidFill>
          <a:schemeClr val="tx1"/>
        </a:solidFill>
        <a:latin typeface="+mn-lt"/>
        <a:ea typeface="+mn-ea"/>
        <a:cs typeface="+mn-cs"/>
      </a:defRPr>
    </a:lvl2pPr>
    <a:lvl3pPr marL="1755648" algn="l" defTabSz="1755648" rtl="0" eaLnBrk="1" latinLnBrk="0" hangingPunct="1">
      <a:defRPr sz="2304" kern="1200">
        <a:solidFill>
          <a:schemeClr val="tx1"/>
        </a:solidFill>
        <a:latin typeface="+mn-lt"/>
        <a:ea typeface="+mn-ea"/>
        <a:cs typeface="+mn-cs"/>
      </a:defRPr>
    </a:lvl3pPr>
    <a:lvl4pPr marL="2633472" algn="l" defTabSz="1755648" rtl="0" eaLnBrk="1" latinLnBrk="0" hangingPunct="1">
      <a:defRPr sz="2304" kern="1200">
        <a:solidFill>
          <a:schemeClr val="tx1"/>
        </a:solidFill>
        <a:latin typeface="+mn-lt"/>
        <a:ea typeface="+mn-ea"/>
        <a:cs typeface="+mn-cs"/>
      </a:defRPr>
    </a:lvl4pPr>
    <a:lvl5pPr marL="3511296" algn="l" defTabSz="1755648" rtl="0" eaLnBrk="1" latinLnBrk="0" hangingPunct="1">
      <a:defRPr sz="2304" kern="1200">
        <a:solidFill>
          <a:schemeClr val="tx1"/>
        </a:solidFill>
        <a:latin typeface="+mn-lt"/>
        <a:ea typeface="+mn-ea"/>
        <a:cs typeface="+mn-cs"/>
      </a:defRPr>
    </a:lvl5pPr>
    <a:lvl6pPr marL="4389120" algn="l" defTabSz="1755648" rtl="0" eaLnBrk="1" latinLnBrk="0" hangingPunct="1">
      <a:defRPr sz="2304" kern="1200">
        <a:solidFill>
          <a:schemeClr val="tx1"/>
        </a:solidFill>
        <a:latin typeface="+mn-lt"/>
        <a:ea typeface="+mn-ea"/>
        <a:cs typeface="+mn-cs"/>
      </a:defRPr>
    </a:lvl6pPr>
    <a:lvl7pPr marL="5266944" algn="l" defTabSz="1755648" rtl="0" eaLnBrk="1" latinLnBrk="0" hangingPunct="1">
      <a:defRPr sz="2304" kern="1200">
        <a:solidFill>
          <a:schemeClr val="tx1"/>
        </a:solidFill>
        <a:latin typeface="+mn-lt"/>
        <a:ea typeface="+mn-ea"/>
        <a:cs typeface="+mn-cs"/>
      </a:defRPr>
    </a:lvl7pPr>
    <a:lvl8pPr marL="6144768" algn="l" defTabSz="1755648" rtl="0" eaLnBrk="1" latinLnBrk="0" hangingPunct="1">
      <a:defRPr sz="2304" kern="1200">
        <a:solidFill>
          <a:schemeClr val="tx1"/>
        </a:solidFill>
        <a:latin typeface="+mn-lt"/>
        <a:ea typeface="+mn-ea"/>
        <a:cs typeface="+mn-cs"/>
      </a:defRPr>
    </a:lvl8pPr>
    <a:lvl9pPr marL="7022592" algn="l" defTabSz="1755648" rtl="0" eaLnBrk="1" latinLnBrk="0" hangingPunct="1">
      <a:defRPr sz="230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r>
              <a:rPr lang="en-US" sz="2304" b="1" kern="1200" dirty="0">
                <a:solidFill>
                  <a:schemeClr val="tx1"/>
                </a:solidFill>
                <a:effectLst/>
                <a:latin typeface="+mn-lt"/>
                <a:ea typeface="+mn-ea"/>
                <a:cs typeface="+mn-cs"/>
              </a:rPr>
              <a:t>Figure 1. A schematic of topic modeling-based symptoms analysis pipeline and its outputs.</a:t>
            </a:r>
            <a:r>
              <a:rPr lang="en-US" sz="2304" kern="1200" dirty="0">
                <a:solidFill>
                  <a:schemeClr val="tx1"/>
                </a:solidFill>
                <a:effectLst/>
                <a:latin typeface="+mn-lt"/>
                <a:ea typeface="+mn-ea"/>
                <a:cs typeface="+mn-cs"/>
              </a:rPr>
              <a:t> The input patient-by-symptom binary (presence or absence of a symptom) table is transformed into a patient-by-topic table by topic modeling so that unsupervised clustering analysis can be applied to identify patient clusters. For each cluster, we output the top 6 symptoms with largest topic scores as the signature of the patient cluster. The clusters are grouped into multiple endotypes by mapping its symptom signature to related organ systems, followed by hierarchical agglomerative clustering. Each cluster is distinct but has one or more tags of organ systems. In parallel, we calculate severity of each cluster by adding the topic proportion values of all patients across all symptoms in the cluster. </a:t>
            </a:r>
          </a:p>
        </p:txBody>
      </p:sp>
      <p:sp>
        <p:nvSpPr>
          <p:cNvPr id="4" name="Slide Number Placeholder 3"/>
          <p:cNvSpPr>
            <a:spLocks noGrp="1"/>
          </p:cNvSpPr>
          <p:nvPr>
            <p:ph type="sldNum" sz="quarter" idx="5"/>
          </p:nvPr>
        </p:nvSpPr>
        <p:spPr/>
        <p:txBody>
          <a:bodyPr/>
          <a:lstStyle/>
          <a:p>
            <a:fld id="{2615B6D9-890E-405E-B3BF-B60CFA8A4DF2}" type="slidenum">
              <a:rPr lang="en-US" smtClean="0"/>
              <a:t>1</a:t>
            </a:fld>
            <a:endParaRPr lang="en-US"/>
          </a:p>
        </p:txBody>
      </p:sp>
    </p:spTree>
    <p:extLst>
      <p:ext uri="{BB962C8B-B14F-4D97-AF65-F5344CB8AC3E}">
        <p14:creationId xmlns:p14="http://schemas.microsoft.com/office/powerpoint/2010/main" val="3359718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20456-3C34-ED86-6730-65E002C46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A4581-FDFD-354A-BB75-6F4FED7CAB6B}"/>
              </a:ext>
            </a:extLst>
          </p:cNvPr>
          <p:cNvSpPr>
            <a:spLocks noGrp="1" noRot="1" noChangeAspect="1"/>
          </p:cNvSpPr>
          <p:nvPr>
            <p:ph type="sldImg"/>
          </p:nvPr>
        </p:nvSpPr>
        <p:spPr>
          <a:xfrm>
            <a:off x="1885950" y="1143000"/>
            <a:ext cx="3086100" cy="3086100"/>
          </a:xfrm>
        </p:spPr>
      </p:sp>
      <p:sp>
        <p:nvSpPr>
          <p:cNvPr id="3" name="Notes Placeholder 2">
            <a:extLst>
              <a:ext uri="{FF2B5EF4-FFF2-40B4-BE49-F238E27FC236}">
                <a16:creationId xmlns:a16="http://schemas.microsoft.com/office/drawing/2014/main" id="{76C48148-10EE-EE37-7C12-70545E0BE9E7}"/>
              </a:ext>
            </a:extLst>
          </p:cNvPr>
          <p:cNvSpPr>
            <a:spLocks noGrp="1"/>
          </p:cNvSpPr>
          <p:nvPr>
            <p:ph type="body" idx="1"/>
          </p:nvPr>
        </p:nvSpPr>
        <p:spPr/>
        <p:txBody>
          <a:bodyPr/>
          <a:lstStyle/>
          <a:p>
            <a:r>
              <a:rPr lang="en-US" sz="2304" b="1" kern="1200" dirty="0">
                <a:solidFill>
                  <a:schemeClr val="tx1"/>
                </a:solidFill>
                <a:effectLst/>
                <a:latin typeface="+mn-lt"/>
                <a:ea typeface="+mn-ea"/>
                <a:cs typeface="+mn-cs"/>
              </a:rPr>
              <a:t>Figure 2. Identification of COVID patient clusters, symptom signatures, and their association with pre-existing conditions from walk-in clinic cohort (Sinai).</a:t>
            </a:r>
            <a:r>
              <a:rPr lang="en-US" sz="2304" kern="1200" dirty="0">
                <a:solidFill>
                  <a:schemeClr val="tx1"/>
                </a:solidFill>
                <a:effectLst/>
                <a:latin typeface="+mn-lt"/>
                <a:ea typeface="+mn-ea"/>
                <a:cs typeface="+mn-cs"/>
              </a:rPr>
              <a:t> </a:t>
            </a:r>
            <a:r>
              <a:rPr lang="en-US" sz="2304" b="1" kern="1200" dirty="0">
                <a:solidFill>
                  <a:schemeClr val="tx1"/>
                </a:solidFill>
                <a:effectLst/>
                <a:latin typeface="+mn-lt"/>
                <a:ea typeface="+mn-ea"/>
                <a:cs typeface="+mn-cs"/>
              </a:rPr>
              <a:t>A)</a:t>
            </a:r>
            <a:r>
              <a:rPr lang="en-US" sz="2304" kern="1200" dirty="0">
                <a:solidFill>
                  <a:schemeClr val="tx1"/>
                </a:solidFill>
                <a:effectLst/>
                <a:latin typeface="+mn-lt"/>
                <a:ea typeface="+mn-ea"/>
                <a:cs typeface="+mn-cs"/>
              </a:rPr>
              <a:t> UMAP visualization of the 16 patient clusters. The table lists Silhouette scores produced by different clustering algorithms and numbers of clusters. Each dot on UMAP corresponds to one patient (n=615) color-coded using cluster identifier (C1-C16). </a:t>
            </a:r>
            <a:r>
              <a:rPr lang="en-US" sz="2304" b="1" kern="1200" dirty="0">
                <a:solidFill>
                  <a:schemeClr val="tx1"/>
                </a:solidFill>
                <a:effectLst/>
                <a:latin typeface="+mn-lt"/>
                <a:ea typeface="+mn-ea"/>
                <a:cs typeface="+mn-cs"/>
              </a:rPr>
              <a:t>B)</a:t>
            </a:r>
            <a:r>
              <a:rPr lang="en-US" sz="2304" kern="1200" dirty="0">
                <a:solidFill>
                  <a:schemeClr val="tx1"/>
                </a:solidFill>
                <a:effectLst/>
                <a:latin typeface="+mn-lt"/>
                <a:ea typeface="+mn-ea"/>
                <a:cs typeface="+mn-cs"/>
              </a:rPr>
              <a:t> Star charts visualizing top 6 signature symptoms identified in each cluster (C2 to C15; C1 is mild with few symptoms). Topic proportions in the patient by symptom table for each cluster are normalized before being visualized.  Each ring corresponds to one patient and all patients in each cluster are plotted together for demonstrating their consistent symptom profiles. Female patients are colored in red (males in blue). </a:t>
            </a:r>
            <a:r>
              <a:rPr lang="en-US" sz="2304" b="1" kern="1200" dirty="0">
                <a:solidFill>
                  <a:schemeClr val="tx1"/>
                </a:solidFill>
                <a:effectLst/>
                <a:latin typeface="+mn-lt"/>
                <a:ea typeface="+mn-ea"/>
                <a:cs typeface="+mn-cs"/>
              </a:rPr>
              <a:t>C)</a:t>
            </a:r>
            <a:r>
              <a:rPr lang="en-US" sz="2304" kern="1200" dirty="0">
                <a:solidFill>
                  <a:schemeClr val="tx1"/>
                </a:solidFill>
                <a:effectLst/>
                <a:latin typeface="+mn-lt"/>
                <a:ea typeface="+mn-ea"/>
                <a:cs typeface="+mn-cs"/>
              </a:rPr>
              <a:t> Table listing symptom signatures of individual clusters. Each column corresponds to one cluster, and the top 6 symptoms are ranked based on their topic proportions, from high to low (Row 0 to Row 5). </a:t>
            </a:r>
            <a:r>
              <a:rPr lang="en-US" sz="2304" b="1" kern="1200" dirty="0">
                <a:solidFill>
                  <a:schemeClr val="tx1"/>
                </a:solidFill>
                <a:effectLst/>
                <a:latin typeface="+mn-lt"/>
                <a:ea typeface="+mn-ea"/>
                <a:cs typeface="+mn-cs"/>
              </a:rPr>
              <a:t>D)</a:t>
            </a:r>
            <a:r>
              <a:rPr lang="en-US" sz="2304" kern="1200" dirty="0">
                <a:solidFill>
                  <a:schemeClr val="tx1"/>
                </a:solidFill>
                <a:effectLst/>
                <a:latin typeface="+mn-lt"/>
                <a:ea typeface="+mn-ea"/>
                <a:cs typeface="+mn-cs"/>
              </a:rPr>
              <a:t> Grayscale heatmap visualizing 16 symptom clusters being merged into 9 endotypes associated with predefined organ systems, following dendrogram. Each row in heatmap is a symptom and each column a patient cluster. Rows/symptoms of the same organ system are put together, with colors in leftmost row indicating the organ system. A darker gray scale indicating a higher level of association between the cluster and the symptom, quantified using topic proportions. Cluster 1 (mild) corresponds to Endotype 0 (E0). Clusters with similar symptom signatures were grouped together using hierarchical clustering analysis. </a:t>
            </a:r>
            <a:r>
              <a:rPr lang="en-US" sz="2304" b="1" kern="1200" dirty="0">
                <a:solidFill>
                  <a:schemeClr val="tx1"/>
                </a:solidFill>
                <a:effectLst/>
                <a:latin typeface="+mn-lt"/>
                <a:ea typeface="+mn-ea"/>
                <a:cs typeface="+mn-cs"/>
              </a:rPr>
              <a:t>E)</a:t>
            </a:r>
            <a:r>
              <a:rPr lang="en-US" sz="2304" kern="1200" dirty="0">
                <a:solidFill>
                  <a:schemeClr val="tx1"/>
                </a:solidFill>
                <a:effectLst/>
                <a:latin typeface="+mn-lt"/>
                <a:ea typeface="+mn-ea"/>
                <a:cs typeface="+mn-cs"/>
              </a:rPr>
              <a:t> Interpretation of each cluster. Each cluster is annotated with one or multiple organ systems involved based on its top 6 signature symptoms. Three examples (Clusters 2, 11, and 12) are included. Four rings in each star chart are plotted to show the average topic proportion of all patients in a cluster for all females in the cluster (red line), all males in the cluster (blue line), all females in the cohort (red dotted line), and all males in the cohort (blue dotted line). For each pre-existing condition that is related to the organ systems, a bar chart is created to visualize proportions of patients with the pre-existing condition in all patients in the cluster (one bar per cluster and the cluster of interest is highlighted).</a:t>
            </a:r>
          </a:p>
        </p:txBody>
      </p:sp>
      <p:sp>
        <p:nvSpPr>
          <p:cNvPr id="4" name="Slide Number Placeholder 3">
            <a:extLst>
              <a:ext uri="{FF2B5EF4-FFF2-40B4-BE49-F238E27FC236}">
                <a16:creationId xmlns:a16="http://schemas.microsoft.com/office/drawing/2014/main" id="{9E5652F3-4084-D879-9F4D-F947881286C3}"/>
              </a:ext>
            </a:extLst>
          </p:cNvPr>
          <p:cNvSpPr>
            <a:spLocks noGrp="1"/>
          </p:cNvSpPr>
          <p:nvPr>
            <p:ph type="sldNum" sz="quarter" idx="5"/>
          </p:nvPr>
        </p:nvSpPr>
        <p:spPr/>
        <p:txBody>
          <a:bodyPr/>
          <a:lstStyle/>
          <a:p>
            <a:fld id="{2615B6D9-890E-405E-B3BF-B60CFA8A4DF2}" type="slidenum">
              <a:rPr lang="en-US" smtClean="0"/>
              <a:t>2</a:t>
            </a:fld>
            <a:endParaRPr lang="en-US"/>
          </a:p>
        </p:txBody>
      </p:sp>
    </p:spTree>
    <p:extLst>
      <p:ext uri="{BB962C8B-B14F-4D97-AF65-F5344CB8AC3E}">
        <p14:creationId xmlns:p14="http://schemas.microsoft.com/office/powerpoint/2010/main" val="33245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r>
              <a:rPr lang="en-US" sz="2304" b="1" kern="1200" dirty="0">
                <a:solidFill>
                  <a:schemeClr val="tx1"/>
                </a:solidFill>
                <a:effectLst/>
                <a:latin typeface="+mn-lt"/>
                <a:ea typeface="+mn-ea"/>
                <a:cs typeface="+mn-cs"/>
              </a:rPr>
              <a:t>Figure 3.</a:t>
            </a:r>
            <a:r>
              <a:rPr lang="en-US" sz="2304" kern="1200" dirty="0">
                <a:solidFill>
                  <a:schemeClr val="tx1"/>
                </a:solidFill>
                <a:effectLst/>
                <a:latin typeface="+mn-lt"/>
                <a:ea typeface="+mn-ea"/>
                <a:cs typeface="+mn-cs"/>
              </a:rPr>
              <a:t> </a:t>
            </a:r>
            <a:r>
              <a:rPr lang="en-US" sz="2304" b="1" kern="1200" dirty="0">
                <a:solidFill>
                  <a:schemeClr val="tx1"/>
                </a:solidFill>
                <a:effectLst/>
                <a:latin typeface="+mn-lt"/>
                <a:ea typeface="+mn-ea"/>
                <a:cs typeface="+mn-cs"/>
              </a:rPr>
              <a:t>Interpretation of severity of SARS-COV-2 infection and long COVID by association of symptom severity with antibody assay data (Emory + Sinai cohorts).</a:t>
            </a:r>
            <a:r>
              <a:rPr lang="en-US" sz="2304" kern="1200" dirty="0">
                <a:solidFill>
                  <a:schemeClr val="tx1"/>
                </a:solidFill>
                <a:effectLst/>
                <a:latin typeface="+mn-lt"/>
                <a:ea typeface="+mn-ea"/>
                <a:cs typeface="+mn-cs"/>
              </a:rPr>
              <a:t> Surveys from Emory (n=60) and Sinai (n=615) are merged into input to the topic modeling method. </a:t>
            </a:r>
            <a:r>
              <a:rPr lang="en-US" sz="2304" b="1" kern="1200" dirty="0">
                <a:solidFill>
                  <a:schemeClr val="tx1"/>
                </a:solidFill>
                <a:effectLst/>
                <a:latin typeface="+mn-lt"/>
                <a:ea typeface="+mn-ea"/>
                <a:cs typeface="+mn-cs"/>
              </a:rPr>
              <a:t>A)</a:t>
            </a:r>
            <a:r>
              <a:rPr lang="en-US" sz="2304" kern="1200" dirty="0">
                <a:solidFill>
                  <a:schemeClr val="tx1"/>
                </a:solidFill>
                <a:effectLst/>
                <a:latin typeface="+mn-lt"/>
                <a:ea typeface="+mn-ea"/>
                <a:cs typeface="+mn-cs"/>
              </a:rPr>
              <a:t> Grayscale heatmap visualizing the cluster-by-symptom matrix. Each row is a symptom and each column a patient cluster identified from the merged cohort (n=675). Symptoms are mapped to 9 predefined organ systems. Three severity groups (mild/green, moderate/yellow, and severe/red) are identified and colored in the dendrogram, based on a cluster-specific severity score, which is defined by sum of topic portions across all symptoms. </a:t>
            </a:r>
            <a:r>
              <a:rPr lang="en-US" sz="2304" b="1" kern="1200" dirty="0">
                <a:solidFill>
                  <a:schemeClr val="tx1"/>
                </a:solidFill>
                <a:effectLst/>
                <a:latin typeface="+mn-lt"/>
                <a:ea typeface="+mn-ea"/>
                <a:cs typeface="+mn-cs"/>
              </a:rPr>
              <a:t>B)</a:t>
            </a:r>
            <a:r>
              <a:rPr lang="en-US" sz="2304" kern="1200" dirty="0">
                <a:solidFill>
                  <a:schemeClr val="tx1"/>
                </a:solidFill>
                <a:effectLst/>
                <a:latin typeface="+mn-lt"/>
                <a:ea typeface="+mn-ea"/>
                <a:cs typeface="+mn-cs"/>
              </a:rPr>
              <a:t> UMAP visualization of 16 patient clusters identified by the topic modeling-based method, ranked based on their sizes. Cluster #14 (dark grey) is highlighted as the most sever patient group, which corresponds to Cluster #12 in Sinai-only analysis (Figure 2). </a:t>
            </a:r>
            <a:r>
              <a:rPr lang="en-US" sz="2304" b="1" kern="1200" dirty="0">
                <a:solidFill>
                  <a:schemeClr val="tx1"/>
                </a:solidFill>
                <a:effectLst/>
                <a:latin typeface="+mn-lt"/>
                <a:ea typeface="+mn-ea"/>
                <a:cs typeface="+mn-cs"/>
              </a:rPr>
              <a:t>C)</a:t>
            </a:r>
            <a:r>
              <a:rPr lang="en-US" sz="2304" kern="1200" dirty="0">
                <a:solidFill>
                  <a:schemeClr val="tx1"/>
                </a:solidFill>
                <a:effectLst/>
                <a:latin typeface="+mn-lt"/>
                <a:ea typeface="+mn-ea"/>
                <a:cs typeface="+mn-cs"/>
              </a:rPr>
              <a:t> Identification of severity groups from a ranked view of cluster-severity plot. The 16 clusters (X-axis) were ranked based on the severity score (Y-axis). An elbow method was used to separate patient clusters into three groups: mild, moderate, and severe (also visualized in the dendrogram in Figure 3A).  </a:t>
            </a:r>
            <a:r>
              <a:rPr lang="en-US" sz="2304" b="1" kern="1200" dirty="0">
                <a:solidFill>
                  <a:schemeClr val="tx1"/>
                </a:solidFill>
                <a:effectLst/>
                <a:latin typeface="+mn-lt"/>
                <a:ea typeface="+mn-ea"/>
                <a:cs typeface="+mn-cs"/>
              </a:rPr>
              <a:t>D-E)</a:t>
            </a:r>
            <a:r>
              <a:rPr lang="en-US" sz="2304" kern="1200" dirty="0">
                <a:solidFill>
                  <a:schemeClr val="tx1"/>
                </a:solidFill>
                <a:effectLst/>
                <a:latin typeface="+mn-lt"/>
                <a:ea typeface="+mn-ea"/>
                <a:cs typeface="+mn-cs"/>
              </a:rPr>
              <a:t> Non-parametric rank-based analysis (X-axis: disease severity of patient clusters, ranked based on sum of topic proportions across symptoms associated with the cluster; Y-axis: mean of antibody titers of all Emory samples within the cluster; 11 out of 16 clusters contain Emory patients) showing significant correlation between topic modeling-predicted severity score and SARS-COV-2 RBD IgG and S1 IgG in antibody binding assay (MENSA [citation]). Spearman’s r = 0.6364 with two-tailed p-value = 0.0402 and Spearman’s r = 0.6273 with two-tailed p-value = 0.0440 were identified for MENSA RBD and S1, respectively. The straight line is plotted from linear regression analysis with two curved lines showing 95% confidence interval. </a:t>
            </a:r>
            <a:r>
              <a:rPr lang="en-US" sz="2304" b="1" kern="1200" dirty="0">
                <a:solidFill>
                  <a:schemeClr val="tx1"/>
                </a:solidFill>
                <a:effectLst/>
                <a:latin typeface="+mn-lt"/>
                <a:ea typeface="+mn-ea"/>
                <a:cs typeface="+mn-cs"/>
              </a:rPr>
              <a:t>F)</a:t>
            </a:r>
            <a:r>
              <a:rPr lang="en-US" sz="2304" kern="1200" dirty="0">
                <a:solidFill>
                  <a:schemeClr val="tx1"/>
                </a:solidFill>
                <a:effectLst/>
                <a:latin typeface="+mn-lt"/>
                <a:ea typeface="+mn-ea"/>
                <a:cs typeface="+mn-cs"/>
              </a:rPr>
              <a:t> Bar graph showing proportions (Y-axis) of female (ochre) and male (blue) across clusters (X-axis), showing that Cluster #14 is mostly female. </a:t>
            </a:r>
            <a:r>
              <a:rPr lang="en-US" sz="2304" b="1" kern="1200" dirty="0">
                <a:solidFill>
                  <a:schemeClr val="tx1"/>
                </a:solidFill>
                <a:effectLst/>
                <a:latin typeface="+mn-lt"/>
                <a:ea typeface="+mn-ea"/>
                <a:cs typeface="+mn-cs"/>
              </a:rPr>
              <a:t>G)</a:t>
            </a:r>
            <a:r>
              <a:rPr lang="en-US" sz="2304" kern="1200" dirty="0">
                <a:solidFill>
                  <a:schemeClr val="tx1"/>
                </a:solidFill>
                <a:effectLst/>
                <a:latin typeface="+mn-lt"/>
                <a:ea typeface="+mn-ea"/>
                <a:cs typeface="+mn-cs"/>
              </a:rPr>
              <a:t> Star charts showing the 22 patients in Cluster #14, reporting symptoms associated with at least 4 types of organ systems. The bar chart highlights that 32% of the patients in this cluster have pre-existing condition with their immune systems.</a:t>
            </a:r>
          </a:p>
          <a:p>
            <a:r>
              <a:rPr lang="en-US" sz="2304"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2615B6D9-890E-405E-B3BF-B60CFA8A4DF2}" type="slidenum">
              <a:rPr lang="en-US" smtClean="0"/>
              <a:t>3</a:t>
            </a:fld>
            <a:endParaRPr lang="en-US"/>
          </a:p>
        </p:txBody>
      </p:sp>
    </p:spTree>
    <p:extLst>
      <p:ext uri="{BB962C8B-B14F-4D97-AF65-F5344CB8AC3E}">
        <p14:creationId xmlns:p14="http://schemas.microsoft.com/office/powerpoint/2010/main" val="1874035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r>
              <a:rPr lang="en-US" sz="2304" b="1" kern="1200" dirty="0">
                <a:solidFill>
                  <a:schemeClr val="tx1"/>
                </a:solidFill>
                <a:effectLst/>
                <a:latin typeface="+mn-lt"/>
                <a:ea typeface="+mn-ea"/>
                <a:cs typeface="+mn-cs"/>
              </a:rPr>
              <a:t>Figure 4. Identification of long COVID endotypes in a case-control study (Cardiff). A)</a:t>
            </a:r>
            <a:r>
              <a:rPr lang="en-US" sz="2304" kern="1200" dirty="0">
                <a:solidFill>
                  <a:schemeClr val="tx1"/>
                </a:solidFill>
                <a:effectLst/>
                <a:latin typeface="+mn-lt"/>
                <a:ea typeface="+mn-ea"/>
                <a:cs typeface="+mn-cs"/>
              </a:rPr>
              <a:t> Grayscale heatmap showing 16 patient clusters (columns; C1 to C16) and 9 endotypes (dendrogram; E0 to E8) were identified from Cardiff cohort (n=317, including 215 long COVID cases versus 102 controls) across 34 symptoms (rows; organized into 9 pre-defined organ systems). </a:t>
            </a:r>
            <a:r>
              <a:rPr lang="en-US" sz="2304" b="1" kern="1200" dirty="0">
                <a:solidFill>
                  <a:schemeClr val="tx1"/>
                </a:solidFill>
                <a:effectLst/>
                <a:latin typeface="+mn-lt"/>
                <a:ea typeface="+mn-ea"/>
                <a:cs typeface="+mn-cs"/>
              </a:rPr>
              <a:t>B)</a:t>
            </a:r>
            <a:r>
              <a:rPr lang="en-US" sz="2304" kern="1200" dirty="0">
                <a:solidFill>
                  <a:schemeClr val="tx1"/>
                </a:solidFill>
                <a:effectLst/>
                <a:latin typeface="+mn-lt"/>
                <a:ea typeface="+mn-ea"/>
                <a:cs typeface="+mn-cs"/>
              </a:rPr>
              <a:t> Table listing members of endotypes and their signature organ systems (up to 3 included and colored in the same way as in Figure 4A). </a:t>
            </a:r>
            <a:r>
              <a:rPr lang="en-US" sz="2304" b="1" kern="1200" dirty="0">
                <a:solidFill>
                  <a:schemeClr val="tx1"/>
                </a:solidFill>
                <a:effectLst/>
                <a:latin typeface="+mn-lt"/>
                <a:ea typeface="+mn-ea"/>
                <a:cs typeface="+mn-cs"/>
              </a:rPr>
              <a:t>C)</a:t>
            </a:r>
            <a:r>
              <a:rPr lang="en-US" sz="2304" kern="1200" dirty="0">
                <a:solidFill>
                  <a:schemeClr val="tx1"/>
                </a:solidFill>
                <a:effectLst/>
                <a:latin typeface="+mn-lt"/>
                <a:ea typeface="+mn-ea"/>
                <a:cs typeface="+mn-cs"/>
              </a:rPr>
              <a:t> UMAP visualization of patients, colored based on disease phenotype (upper left), symptom clusters (upper right), endotype (lower left), and severity (lower right). </a:t>
            </a:r>
            <a:r>
              <a:rPr lang="en-US" sz="2304" b="1" kern="1200" dirty="0">
                <a:solidFill>
                  <a:schemeClr val="tx1"/>
                </a:solidFill>
                <a:effectLst/>
                <a:latin typeface="+mn-lt"/>
                <a:ea typeface="+mn-ea"/>
                <a:cs typeface="+mn-cs"/>
              </a:rPr>
              <a:t>D)</a:t>
            </a:r>
            <a:r>
              <a:rPr lang="en-US" sz="2304" kern="1200" dirty="0">
                <a:solidFill>
                  <a:schemeClr val="tx1"/>
                </a:solidFill>
                <a:effectLst/>
                <a:latin typeface="+mn-lt"/>
                <a:ea typeface="+mn-ea"/>
                <a:cs typeface="+mn-cs"/>
              </a:rPr>
              <a:t> Star charts showing two symptom clusters of interest. Cluster #5 is the one with cardiovascular and pulmonary symptoms including chest pain, shortness of breath, and heart racing. Cluster # 8 a severe cluster with GI (gastrointestinal) symptoms including diarrhea, nausea, and loss of appetite. Individual patients in the same cluster have consistent profiles across the signature symptoms. </a:t>
            </a:r>
            <a:r>
              <a:rPr lang="en-US" sz="2304" b="1" kern="1200" dirty="0">
                <a:solidFill>
                  <a:schemeClr val="tx1"/>
                </a:solidFill>
                <a:effectLst/>
                <a:latin typeface="+mn-lt"/>
                <a:ea typeface="+mn-ea"/>
                <a:cs typeface="+mn-cs"/>
              </a:rPr>
              <a:t>E)</a:t>
            </a:r>
            <a:r>
              <a:rPr lang="en-US" sz="2304" kern="1200" dirty="0">
                <a:solidFill>
                  <a:schemeClr val="tx1"/>
                </a:solidFill>
                <a:effectLst/>
                <a:latin typeface="+mn-lt"/>
                <a:ea typeface="+mn-ea"/>
                <a:cs typeface="+mn-cs"/>
              </a:rPr>
              <a:t> Identification of severity groups from a ranked view of cluster-severity plot. The 16 clusters (X-axis) were ranked based on the severity score (Y-axis). An elbow method was used to separate the patient clusters into three groups: mild (green), moderate (yellow), and severe (red). </a:t>
            </a:r>
            <a:r>
              <a:rPr lang="en-US" sz="2304" b="1" kern="1200" dirty="0">
                <a:solidFill>
                  <a:schemeClr val="tx1"/>
                </a:solidFill>
                <a:effectLst/>
                <a:latin typeface="+mn-lt"/>
                <a:ea typeface="+mn-ea"/>
                <a:cs typeface="+mn-cs"/>
              </a:rPr>
              <a:t>F)</a:t>
            </a:r>
            <a:r>
              <a:rPr lang="en-US" sz="2304" kern="1200" dirty="0">
                <a:solidFill>
                  <a:schemeClr val="tx1"/>
                </a:solidFill>
                <a:effectLst/>
                <a:latin typeface="+mn-lt"/>
                <a:ea typeface="+mn-ea"/>
                <a:cs typeface="+mn-cs"/>
              </a:rPr>
              <a:t> Bar graph showing significant overlapping between clustering results and cases/controls (Fisher’s exact test p-value &lt; 0.0001). Cluster #1 (mild with few symptoms reported) includes controls and cases with mild symptoms, while Clusters #2 to #16 correspond to cases with moderate and severe symptoms. </a:t>
            </a:r>
            <a:r>
              <a:rPr lang="en-US" sz="2304" b="1" kern="1200" dirty="0">
                <a:solidFill>
                  <a:schemeClr val="tx1"/>
                </a:solidFill>
                <a:effectLst/>
                <a:latin typeface="+mn-lt"/>
                <a:ea typeface="+mn-ea"/>
                <a:cs typeface="+mn-cs"/>
              </a:rPr>
              <a:t>G)</a:t>
            </a:r>
            <a:r>
              <a:rPr lang="en-US" sz="2304" kern="1200" dirty="0">
                <a:solidFill>
                  <a:schemeClr val="tx1"/>
                </a:solidFill>
                <a:effectLst/>
                <a:latin typeface="+mn-lt"/>
                <a:ea typeface="+mn-ea"/>
                <a:cs typeface="+mn-cs"/>
              </a:rPr>
              <a:t> Linear regression analysis for visualizing correlation between viral neutralization and severity score (X-axis: rank of patient clusters based on sum of topic proportions across all symptoms. Y-axis: mean of antibody titer values of all patients in the same cluster). Serum antibody titers of OC43, a </a:t>
            </a:r>
            <a:r>
              <a:rPr lang="en-US" sz="2304" kern="1200" dirty="0" err="1">
                <a:solidFill>
                  <a:schemeClr val="tx1"/>
                </a:solidFill>
                <a:effectLst/>
                <a:latin typeface="+mn-lt"/>
                <a:ea typeface="+mn-ea"/>
                <a:cs typeface="+mn-cs"/>
              </a:rPr>
              <a:t>betacoronavirus</a:t>
            </a:r>
            <a:r>
              <a:rPr lang="en-US" sz="2304" kern="1200" dirty="0">
                <a:solidFill>
                  <a:schemeClr val="tx1"/>
                </a:solidFill>
                <a:effectLst/>
                <a:latin typeface="+mn-lt"/>
                <a:ea typeface="+mn-ea"/>
                <a:cs typeface="+mn-cs"/>
              </a:rPr>
              <a:t>, has a modestly positive correlation (Spearman’s r = 0.5206, p-value = 0.041) with long COVID severity. In contrast, correlation between long COVID severity and neutralization capability of Delta variant is modestly negative (Spearman’s r = -0.5118, p-value = 0.045). </a:t>
            </a:r>
          </a:p>
        </p:txBody>
      </p:sp>
      <p:sp>
        <p:nvSpPr>
          <p:cNvPr id="4" name="Slide Number Placeholder 3"/>
          <p:cNvSpPr>
            <a:spLocks noGrp="1"/>
          </p:cNvSpPr>
          <p:nvPr>
            <p:ph type="sldNum" sz="quarter" idx="5"/>
          </p:nvPr>
        </p:nvSpPr>
        <p:spPr/>
        <p:txBody>
          <a:bodyPr/>
          <a:lstStyle/>
          <a:p>
            <a:fld id="{2615B6D9-890E-405E-B3BF-B60CFA8A4DF2}" type="slidenum">
              <a:rPr lang="en-US" smtClean="0"/>
              <a:t>4</a:t>
            </a:fld>
            <a:endParaRPr lang="en-US"/>
          </a:p>
        </p:txBody>
      </p:sp>
    </p:spTree>
    <p:extLst>
      <p:ext uri="{BB962C8B-B14F-4D97-AF65-F5344CB8AC3E}">
        <p14:creationId xmlns:p14="http://schemas.microsoft.com/office/powerpoint/2010/main" val="1602804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CD017-DDFC-0388-D360-D829BE178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4B97B-9813-BAAC-B875-85F12ADA71A7}"/>
              </a:ext>
            </a:extLst>
          </p:cNvPr>
          <p:cNvSpPr>
            <a:spLocks noGrp="1" noRot="1" noChangeAspect="1"/>
          </p:cNvSpPr>
          <p:nvPr>
            <p:ph type="sldImg"/>
          </p:nvPr>
        </p:nvSpPr>
        <p:spPr>
          <a:xfrm>
            <a:off x="1885950" y="1143000"/>
            <a:ext cx="3086100" cy="3086100"/>
          </a:xfrm>
        </p:spPr>
      </p:sp>
      <p:sp>
        <p:nvSpPr>
          <p:cNvPr id="3" name="Notes Placeholder 2">
            <a:extLst>
              <a:ext uri="{FF2B5EF4-FFF2-40B4-BE49-F238E27FC236}">
                <a16:creationId xmlns:a16="http://schemas.microsoft.com/office/drawing/2014/main" id="{D7C43741-CC97-9E37-2DF4-AB0AB9A38E40}"/>
              </a:ext>
            </a:extLst>
          </p:cNvPr>
          <p:cNvSpPr>
            <a:spLocks noGrp="1"/>
          </p:cNvSpPr>
          <p:nvPr>
            <p:ph type="body" idx="1"/>
          </p:nvPr>
        </p:nvSpPr>
        <p:spPr/>
        <p:txBody>
          <a:bodyPr/>
          <a:lstStyle/>
          <a:p>
            <a:r>
              <a:rPr lang="en-US" sz="2304" b="1" kern="1200" dirty="0">
                <a:solidFill>
                  <a:schemeClr val="tx1"/>
                </a:solidFill>
                <a:effectLst/>
                <a:latin typeface="+mn-lt"/>
                <a:ea typeface="+mn-ea"/>
                <a:cs typeface="+mn-cs"/>
              </a:rPr>
              <a:t>Figure 5. Identification of changes of COVID symptoms and severity in a longitudinal study (UCSF cohort).</a:t>
            </a:r>
            <a:r>
              <a:rPr lang="en-US" sz="2304" kern="1200" dirty="0">
                <a:solidFill>
                  <a:schemeClr val="tx1"/>
                </a:solidFill>
                <a:effectLst/>
                <a:latin typeface="+mn-lt"/>
                <a:ea typeface="+mn-ea"/>
                <a:cs typeface="+mn-cs"/>
              </a:rPr>
              <a:t> </a:t>
            </a:r>
            <a:r>
              <a:rPr lang="en-US" sz="2304" b="1" kern="1200" dirty="0">
                <a:solidFill>
                  <a:schemeClr val="tx1"/>
                </a:solidFill>
                <a:effectLst/>
                <a:latin typeface="+mn-lt"/>
                <a:ea typeface="+mn-ea"/>
                <a:cs typeface="+mn-cs"/>
              </a:rPr>
              <a:t>A)</a:t>
            </a:r>
            <a:r>
              <a:rPr lang="en-US" sz="2304" kern="1200" dirty="0">
                <a:solidFill>
                  <a:schemeClr val="tx1"/>
                </a:solidFill>
                <a:effectLst/>
                <a:latin typeface="+mn-lt"/>
                <a:ea typeface="+mn-ea"/>
                <a:cs typeface="+mn-cs"/>
              </a:rPr>
              <a:t> UMAP visualization of 15 symptom clusters (C1 to C15) identified from first-visit surveys post-SARS-COV-2 infection (n=669). </a:t>
            </a:r>
            <a:r>
              <a:rPr lang="en-US" sz="2304" b="1" kern="1200" dirty="0">
                <a:solidFill>
                  <a:schemeClr val="tx1"/>
                </a:solidFill>
                <a:effectLst/>
                <a:latin typeface="+mn-lt"/>
                <a:ea typeface="+mn-ea"/>
                <a:cs typeface="+mn-cs"/>
              </a:rPr>
              <a:t>B)</a:t>
            </a:r>
            <a:r>
              <a:rPr lang="en-US" sz="2304" kern="1200" dirty="0">
                <a:solidFill>
                  <a:schemeClr val="tx1"/>
                </a:solidFill>
                <a:effectLst/>
                <a:latin typeface="+mn-lt"/>
                <a:ea typeface="+mn-ea"/>
                <a:cs typeface="+mn-cs"/>
              </a:rPr>
              <a:t> Table of 12 endotypes (E0 to E11) and their signature organ systems (up to 3 included). </a:t>
            </a:r>
            <a:r>
              <a:rPr lang="en-US" sz="2304" b="1" kern="1200" dirty="0">
                <a:solidFill>
                  <a:schemeClr val="tx1"/>
                </a:solidFill>
                <a:effectLst/>
                <a:latin typeface="+mn-lt"/>
                <a:ea typeface="+mn-ea"/>
                <a:cs typeface="+mn-cs"/>
              </a:rPr>
              <a:t>C)</a:t>
            </a:r>
            <a:r>
              <a:rPr lang="en-US" sz="2304" kern="1200" dirty="0">
                <a:solidFill>
                  <a:schemeClr val="tx1"/>
                </a:solidFill>
                <a:effectLst/>
                <a:latin typeface="+mn-lt"/>
                <a:ea typeface="+mn-ea"/>
                <a:cs typeface="+mn-cs"/>
              </a:rPr>
              <a:t> Identification of severity groups from a ranked view of cluster-severity plot. The 15 clusters (X-axis) were ranked based on the severity score (Y-axis). An elbow method was used to separate the patient clusters into three groups: mild (green), moderate (yellow), and severe (red). D-F) Line graphs showing frequency of self-reported symptoms at three time points post-SARS-COV-2 infection: 0 to 85 days, 85 days to 1 year, and after1 year. Some symptoms disappeared after 1 year (</a:t>
            </a:r>
            <a:r>
              <a:rPr lang="en-US" sz="2304" b="1" kern="1200" dirty="0">
                <a:solidFill>
                  <a:schemeClr val="tx1"/>
                </a:solidFill>
                <a:effectLst/>
                <a:latin typeface="+mn-lt"/>
                <a:ea typeface="+mn-ea"/>
                <a:cs typeface="+mn-cs"/>
              </a:rPr>
              <a:t>D</a:t>
            </a:r>
            <a:r>
              <a:rPr lang="en-US" sz="2304" kern="1200" dirty="0">
                <a:solidFill>
                  <a:schemeClr val="tx1"/>
                </a:solidFill>
                <a:effectLst/>
                <a:latin typeface="+mn-lt"/>
                <a:ea typeface="+mn-ea"/>
                <a:cs typeface="+mn-cs"/>
              </a:rPr>
              <a:t>), while others did not alleviate (</a:t>
            </a:r>
            <a:r>
              <a:rPr lang="en-US" sz="2304" b="1" kern="1200" dirty="0">
                <a:solidFill>
                  <a:schemeClr val="tx1"/>
                </a:solidFill>
                <a:effectLst/>
                <a:latin typeface="+mn-lt"/>
                <a:ea typeface="+mn-ea"/>
                <a:cs typeface="+mn-cs"/>
              </a:rPr>
              <a:t>E</a:t>
            </a:r>
            <a:r>
              <a:rPr lang="en-US" sz="2304" kern="1200" dirty="0">
                <a:solidFill>
                  <a:schemeClr val="tx1"/>
                </a:solidFill>
                <a:effectLst/>
                <a:latin typeface="+mn-lt"/>
                <a:ea typeface="+mn-ea"/>
                <a:cs typeface="+mn-cs"/>
              </a:rPr>
              <a:t>) or even became worse (</a:t>
            </a:r>
            <a:r>
              <a:rPr lang="en-US" sz="2304" b="1" kern="1200" dirty="0">
                <a:solidFill>
                  <a:schemeClr val="tx1"/>
                </a:solidFill>
                <a:effectLst/>
                <a:latin typeface="+mn-lt"/>
                <a:ea typeface="+mn-ea"/>
                <a:cs typeface="+mn-cs"/>
              </a:rPr>
              <a:t>F</a:t>
            </a:r>
            <a:r>
              <a:rPr lang="en-US" sz="2304" kern="1200" dirty="0">
                <a:solidFill>
                  <a:schemeClr val="tx1"/>
                </a:solidFill>
                <a:effectLst/>
                <a:latin typeface="+mn-lt"/>
                <a:ea typeface="+mn-ea"/>
                <a:cs typeface="+mn-cs"/>
              </a:rPr>
              <a:t>). </a:t>
            </a:r>
            <a:r>
              <a:rPr lang="en-US" sz="2304" b="1" kern="1200" dirty="0">
                <a:solidFill>
                  <a:schemeClr val="tx1"/>
                </a:solidFill>
                <a:effectLst/>
                <a:latin typeface="+mn-lt"/>
                <a:ea typeface="+mn-ea"/>
                <a:cs typeface="+mn-cs"/>
              </a:rPr>
              <a:t>G)</a:t>
            </a:r>
            <a:r>
              <a:rPr lang="en-US" sz="2304" kern="1200" dirty="0">
                <a:solidFill>
                  <a:schemeClr val="tx1"/>
                </a:solidFill>
                <a:effectLst/>
                <a:latin typeface="+mn-lt"/>
                <a:ea typeface="+mn-ea"/>
                <a:cs typeface="+mn-cs"/>
              </a:rPr>
              <a:t> Histogram showing distribution of surveys across time (X-axis: 3-year duration, yearly separated by red lines). At each visit per quarter (pink line), there is a peak for number of completed surveys. Surveys of 457 patients were completed in the first quarter. </a:t>
            </a:r>
            <a:r>
              <a:rPr lang="en-US" sz="2304" b="1" kern="1200" dirty="0">
                <a:solidFill>
                  <a:schemeClr val="tx1"/>
                </a:solidFill>
                <a:effectLst/>
                <a:latin typeface="+mn-lt"/>
                <a:ea typeface="+mn-ea"/>
                <a:cs typeface="+mn-cs"/>
              </a:rPr>
              <a:t>H)</a:t>
            </a:r>
            <a:r>
              <a:rPr lang="en-US" sz="2304" kern="1200" dirty="0">
                <a:solidFill>
                  <a:schemeClr val="tx1"/>
                </a:solidFill>
                <a:effectLst/>
                <a:latin typeface="+mn-lt"/>
                <a:ea typeface="+mn-ea"/>
                <a:cs typeface="+mn-cs"/>
              </a:rPr>
              <a:t> Box plot showing the change of health status (quantified by EQ-5D) for patients (n=162) who have surveys at both before and after Day 85 post SARS-COV-2 infection. The first available survey before Day 85 and the last survey after Day 85 were used, when multiple surveys are available. </a:t>
            </a:r>
            <a:r>
              <a:rPr lang="en-US" sz="2304" b="1" kern="1200" dirty="0">
                <a:solidFill>
                  <a:schemeClr val="tx1"/>
                </a:solidFill>
                <a:effectLst/>
                <a:latin typeface="+mn-lt"/>
                <a:ea typeface="+mn-ea"/>
                <a:cs typeface="+mn-cs"/>
              </a:rPr>
              <a:t>I)</a:t>
            </a:r>
            <a:r>
              <a:rPr lang="en-US" sz="2304" kern="1200" dirty="0">
                <a:solidFill>
                  <a:schemeClr val="tx1"/>
                </a:solidFill>
                <a:effectLst/>
                <a:latin typeface="+mn-lt"/>
                <a:ea typeface="+mn-ea"/>
                <a:cs typeface="+mn-cs"/>
              </a:rPr>
              <a:t> Linear regression analysis for visualizing correlation between EQ-5D and severity score (X-axis: rank of patient clusters based on sum of topic proportions across all symptoms. Y-axis: mean of EQ-5D of all patients in the same cluster). There is significant negative correlation (Spearman’s r = -0.6679, p-value = 0.008) between ML-predicted severity and EQ-5D. </a:t>
            </a:r>
            <a:r>
              <a:rPr lang="en-US" sz="2304" b="1" kern="1200" dirty="0">
                <a:solidFill>
                  <a:schemeClr val="tx1"/>
                </a:solidFill>
                <a:effectLst/>
                <a:latin typeface="+mn-lt"/>
                <a:ea typeface="+mn-ea"/>
                <a:cs typeface="+mn-cs"/>
              </a:rPr>
              <a:t>J)</a:t>
            </a:r>
            <a:r>
              <a:rPr lang="en-US" sz="2304" kern="1200" dirty="0">
                <a:solidFill>
                  <a:schemeClr val="tx1"/>
                </a:solidFill>
                <a:effectLst/>
                <a:latin typeface="+mn-lt"/>
                <a:ea typeface="+mn-ea"/>
                <a:cs typeface="+mn-cs"/>
              </a:rPr>
              <a:t> Pie charts visualizing composition of not-recovered (left, n=55, EQ-5D decreased after Day 85) and recovered (right, n=87, EQ-5D increased) patients in percentages of symptom clusters (C1 to C15). Percentage of Cluster #4 (Endotype #3, Musculo-skeletal and other problems) is large in not recovered but small in recovered. In contrast, percentage of Cluster #9 (Endotype #6, GI problems only) is large in recovered but small in not recovered. </a:t>
            </a:r>
            <a:r>
              <a:rPr lang="en-US" sz="2304" b="1" kern="1200" dirty="0">
                <a:solidFill>
                  <a:schemeClr val="tx1"/>
                </a:solidFill>
                <a:effectLst/>
                <a:latin typeface="+mn-lt"/>
                <a:ea typeface="+mn-ea"/>
                <a:cs typeface="+mn-cs"/>
              </a:rPr>
              <a:t>K)</a:t>
            </a:r>
            <a:r>
              <a:rPr lang="en-US" sz="2304" kern="1200" dirty="0">
                <a:solidFill>
                  <a:schemeClr val="tx1"/>
                </a:solidFill>
                <a:effectLst/>
                <a:latin typeface="+mn-lt"/>
                <a:ea typeface="+mn-ea"/>
                <a:cs typeface="+mn-cs"/>
              </a:rPr>
              <a:t> Box plot confirming significant change of EQ-5D scores of patient clusters between the first survey before Day 85 and the last survey after Day 85 (X-axis: EQ-5D scores in the past week of the same visit; Y-axis: 15 clusters ranked by severity in the first survey). Patients in Cluster #4 reported lower EQ-5D after Day 85, while those in Cluster #9 have significantly increased EQ-5D (p-value &lt; 0.05 in Wilcoxon signed rank test).</a:t>
            </a:r>
          </a:p>
        </p:txBody>
      </p:sp>
      <p:sp>
        <p:nvSpPr>
          <p:cNvPr id="4" name="Slide Number Placeholder 3">
            <a:extLst>
              <a:ext uri="{FF2B5EF4-FFF2-40B4-BE49-F238E27FC236}">
                <a16:creationId xmlns:a16="http://schemas.microsoft.com/office/drawing/2014/main" id="{9968BA68-EA42-5E2B-F2BA-4B0164640597}"/>
              </a:ext>
            </a:extLst>
          </p:cNvPr>
          <p:cNvSpPr>
            <a:spLocks noGrp="1"/>
          </p:cNvSpPr>
          <p:nvPr>
            <p:ph type="sldNum" sz="quarter" idx="5"/>
          </p:nvPr>
        </p:nvSpPr>
        <p:spPr/>
        <p:txBody>
          <a:bodyPr/>
          <a:lstStyle/>
          <a:p>
            <a:fld id="{2615B6D9-890E-405E-B3BF-B60CFA8A4DF2}" type="slidenum">
              <a:rPr lang="en-US" smtClean="0"/>
              <a:t>5</a:t>
            </a:fld>
            <a:endParaRPr lang="en-US"/>
          </a:p>
        </p:txBody>
      </p:sp>
    </p:spTree>
    <p:extLst>
      <p:ext uri="{BB962C8B-B14F-4D97-AF65-F5344CB8AC3E}">
        <p14:creationId xmlns:p14="http://schemas.microsoft.com/office/powerpoint/2010/main" val="2285959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C71E9-C6B9-C950-BFC2-BFD87E23A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AD05A-AB33-66EA-D7AB-83C93BD1F301}"/>
              </a:ext>
            </a:extLst>
          </p:cNvPr>
          <p:cNvSpPr>
            <a:spLocks noGrp="1" noRot="1" noChangeAspect="1"/>
          </p:cNvSpPr>
          <p:nvPr>
            <p:ph type="sldImg"/>
          </p:nvPr>
        </p:nvSpPr>
        <p:spPr>
          <a:xfrm>
            <a:off x="1885950" y="1143000"/>
            <a:ext cx="3086100" cy="3086100"/>
          </a:xfrm>
        </p:spPr>
      </p:sp>
      <p:sp>
        <p:nvSpPr>
          <p:cNvPr id="3" name="Notes Placeholder 2">
            <a:extLst>
              <a:ext uri="{FF2B5EF4-FFF2-40B4-BE49-F238E27FC236}">
                <a16:creationId xmlns:a16="http://schemas.microsoft.com/office/drawing/2014/main" id="{ADAA5EF0-B550-F5AF-8E46-B525D4FE6098}"/>
              </a:ext>
            </a:extLst>
          </p:cNvPr>
          <p:cNvSpPr>
            <a:spLocks noGrp="1"/>
          </p:cNvSpPr>
          <p:nvPr>
            <p:ph type="body" idx="1"/>
          </p:nvPr>
        </p:nvSpPr>
        <p:spPr/>
        <p:txBody>
          <a:bodyPr/>
          <a:lstStyle/>
          <a:p>
            <a:r>
              <a:rPr lang="en-US" sz="2304" b="1" kern="1200" dirty="0">
                <a:solidFill>
                  <a:schemeClr val="tx1"/>
                </a:solidFill>
                <a:effectLst/>
                <a:latin typeface="+mn-lt"/>
                <a:ea typeface="+mn-ea"/>
                <a:cs typeface="+mn-cs"/>
              </a:rPr>
              <a:t>Figure 6.</a:t>
            </a:r>
            <a:r>
              <a:rPr lang="en-US" sz="2304" kern="1200" dirty="0">
                <a:solidFill>
                  <a:schemeClr val="tx1"/>
                </a:solidFill>
                <a:effectLst/>
                <a:latin typeface="+mn-lt"/>
                <a:ea typeface="+mn-ea"/>
                <a:cs typeface="+mn-cs"/>
              </a:rPr>
              <a:t> </a:t>
            </a:r>
            <a:r>
              <a:rPr lang="en-US" sz="2304" b="1" kern="1200" dirty="0">
                <a:solidFill>
                  <a:schemeClr val="tx1"/>
                </a:solidFill>
                <a:effectLst/>
                <a:latin typeface="+mn-lt"/>
                <a:ea typeface="+mn-ea"/>
                <a:cs typeface="+mn-cs"/>
              </a:rPr>
              <a:t>Comparison of characteristics of endotypes and symptom severity levels post-SARS-COV-2 infection across cohorts.</a:t>
            </a:r>
            <a:r>
              <a:rPr lang="en-US" sz="2304" kern="1200" dirty="0">
                <a:solidFill>
                  <a:schemeClr val="tx1"/>
                </a:solidFill>
                <a:effectLst/>
                <a:latin typeface="+mn-lt"/>
                <a:ea typeface="+mn-ea"/>
                <a:cs typeface="+mn-cs"/>
              </a:rPr>
              <a:t> A) Grayscale heatmap visualizing association between patient clusters across sites (X-axis) and organ systems involved (Y-axis) using column-based normalization. 5 distinct organ system-specific meta-cluster are found in different cohorts: #1: GI problems reported by Cardiff and UCSF; #2: Pulmonary problems by </a:t>
            </a:r>
            <a:r>
              <a:rPr lang="en-US" sz="2304" kern="1200" dirty="0" err="1">
                <a:solidFill>
                  <a:schemeClr val="tx1"/>
                </a:solidFill>
                <a:effectLst/>
                <a:latin typeface="+mn-lt"/>
                <a:ea typeface="+mn-ea"/>
                <a:cs typeface="+mn-cs"/>
              </a:rPr>
              <a:t>Sinai_Emory</a:t>
            </a:r>
            <a:r>
              <a:rPr lang="en-US" sz="2304" kern="1200" dirty="0">
                <a:solidFill>
                  <a:schemeClr val="tx1"/>
                </a:solidFill>
                <a:effectLst/>
                <a:latin typeface="+mn-lt"/>
                <a:ea typeface="+mn-ea"/>
                <a:cs typeface="+mn-cs"/>
              </a:rPr>
              <a:t> and UCSF; #3: Musculo-skeletal problems by all sites; #4: Cardiovascular problems by Cardiff; and #5: Hormonal problems by </a:t>
            </a:r>
            <a:r>
              <a:rPr lang="en-US" sz="2304" kern="1200" dirty="0" err="1">
                <a:solidFill>
                  <a:schemeClr val="tx1"/>
                </a:solidFill>
                <a:effectLst/>
                <a:latin typeface="+mn-lt"/>
                <a:ea typeface="+mn-ea"/>
                <a:cs typeface="+mn-cs"/>
              </a:rPr>
              <a:t>Sinai_Emory</a:t>
            </a:r>
            <a:r>
              <a:rPr lang="en-US" sz="2304" kern="1200" dirty="0">
                <a:solidFill>
                  <a:schemeClr val="tx1"/>
                </a:solidFill>
                <a:effectLst/>
                <a:latin typeface="+mn-lt"/>
                <a:ea typeface="+mn-ea"/>
                <a:cs typeface="+mn-cs"/>
              </a:rPr>
              <a:t> and UCSF. B) Grayscale heatmap visualizing association between patient clusters across sites (X-axis) and organ systems involved (Y-axis) using row-based normalization. Endotype with cardiovascular problems reported by Cardiff is distant from the others in organ-system dendrogram. Neurological and sensory problems are the closest organ systems. C) Clusters identified in individual cohorts (47 clusters in total) are merged into 10 endotypes, based on a common set of symptoms reported across cohorts. Clusters identified from cohort-specific symptoms, which cannot be assigned to any of the 10 endotypes, are grouped into </a:t>
            </a:r>
            <a:r>
              <a:rPr lang="en-US" sz="2304" kern="1200" dirty="0" err="1">
                <a:solidFill>
                  <a:schemeClr val="tx1"/>
                </a:solidFill>
                <a:effectLst/>
                <a:latin typeface="+mn-lt"/>
                <a:ea typeface="+mn-ea"/>
                <a:cs typeface="+mn-cs"/>
              </a:rPr>
              <a:t>E_unassigned</a:t>
            </a:r>
            <a:r>
              <a:rPr lang="en-US" sz="2304" kern="1200" dirty="0">
                <a:solidFill>
                  <a:schemeClr val="tx1"/>
                </a:solidFill>
                <a:effectLst/>
                <a:latin typeface="+mn-lt"/>
                <a:ea typeface="+mn-ea"/>
                <a:cs typeface="+mn-cs"/>
              </a:rPr>
              <a:t>. D) Pie charts visualizing composition of females (left) and males (right) in endotypes. Female contains a larger percentage of patients with sexual-hormonal problems (E5) than male. E) Identification of global severity levels of patient clusters in different cohorts by normalizing cluster-specific/local severity scores across cohorts on common set of symptoms. The 47 clusters (X-axis) include 2 mild (green), 38 moderate (yellow), and 7 severe (red). None of the UCSF clusters (circle) was globally severe, compared with those in </a:t>
            </a:r>
            <a:r>
              <a:rPr lang="en-US" sz="2304" kern="1200" dirty="0" err="1">
                <a:solidFill>
                  <a:schemeClr val="tx1"/>
                </a:solidFill>
                <a:effectLst/>
                <a:latin typeface="+mn-lt"/>
                <a:ea typeface="+mn-ea"/>
                <a:cs typeface="+mn-cs"/>
              </a:rPr>
              <a:t>Sinai_Emory</a:t>
            </a:r>
            <a:r>
              <a:rPr lang="en-US" sz="2304" kern="1200" dirty="0">
                <a:solidFill>
                  <a:schemeClr val="tx1"/>
                </a:solidFill>
                <a:effectLst/>
                <a:latin typeface="+mn-lt"/>
                <a:ea typeface="+mn-ea"/>
                <a:cs typeface="+mn-cs"/>
              </a:rPr>
              <a:t> (triangle) and Cardiff (square). None of the </a:t>
            </a:r>
            <a:r>
              <a:rPr lang="en-US" sz="2304" kern="1200" dirty="0" err="1">
                <a:solidFill>
                  <a:schemeClr val="tx1"/>
                </a:solidFill>
                <a:effectLst/>
                <a:latin typeface="+mn-lt"/>
                <a:ea typeface="+mn-ea"/>
                <a:cs typeface="+mn-cs"/>
              </a:rPr>
              <a:t>Sinai_Emory</a:t>
            </a:r>
            <a:r>
              <a:rPr lang="en-US" sz="2304" kern="1200" dirty="0">
                <a:solidFill>
                  <a:schemeClr val="tx1"/>
                </a:solidFill>
                <a:effectLst/>
                <a:latin typeface="+mn-lt"/>
                <a:ea typeface="+mn-ea"/>
                <a:cs typeface="+mn-cs"/>
              </a:rPr>
              <a:t> clusters (triangle) was globally mild. F) Pie charts visualizing composition of females (left) and males (right) in severity levels. Female contains a larger percentage of moderate and severe cases than male. G) Symptom severity reported by UCSF patients (first surveys used) is significantly smaller than that of </a:t>
            </a:r>
            <a:r>
              <a:rPr lang="en-US" sz="2304" kern="1200" dirty="0" err="1">
                <a:solidFill>
                  <a:schemeClr val="tx1"/>
                </a:solidFill>
                <a:effectLst/>
                <a:latin typeface="+mn-lt"/>
                <a:ea typeface="+mn-ea"/>
                <a:cs typeface="+mn-cs"/>
              </a:rPr>
              <a:t>Sinai_Emory</a:t>
            </a:r>
            <a:r>
              <a:rPr lang="en-US" sz="2304" kern="1200" dirty="0">
                <a:solidFill>
                  <a:schemeClr val="tx1"/>
                </a:solidFill>
                <a:effectLst/>
                <a:latin typeface="+mn-lt"/>
                <a:ea typeface="+mn-ea"/>
                <a:cs typeface="+mn-cs"/>
              </a:rPr>
              <a:t> or Cardiff (non-parametric ANOVA test p-value = 0.0003). </a:t>
            </a:r>
            <a:r>
              <a:rPr lang="en-US" sz="2304" kern="1200">
                <a:solidFill>
                  <a:schemeClr val="tx1"/>
                </a:solidFill>
                <a:effectLst/>
                <a:latin typeface="+mn-lt"/>
                <a:ea typeface="+mn-ea"/>
                <a:cs typeface="+mn-cs"/>
              </a:rPr>
              <a:t>Each dot is a patient cluster identified across cohorts (X-axis) with its global severity score (Y-axis).</a:t>
            </a:r>
          </a:p>
        </p:txBody>
      </p:sp>
      <p:sp>
        <p:nvSpPr>
          <p:cNvPr id="4" name="Slide Number Placeholder 3">
            <a:extLst>
              <a:ext uri="{FF2B5EF4-FFF2-40B4-BE49-F238E27FC236}">
                <a16:creationId xmlns:a16="http://schemas.microsoft.com/office/drawing/2014/main" id="{2E1365E0-BD1D-6A91-69E5-B3211FCC7728}"/>
              </a:ext>
            </a:extLst>
          </p:cNvPr>
          <p:cNvSpPr>
            <a:spLocks noGrp="1"/>
          </p:cNvSpPr>
          <p:nvPr>
            <p:ph type="sldNum" sz="quarter" idx="5"/>
          </p:nvPr>
        </p:nvSpPr>
        <p:spPr/>
        <p:txBody>
          <a:bodyPr/>
          <a:lstStyle/>
          <a:p>
            <a:fld id="{2615B6D9-890E-405E-B3BF-B60CFA8A4DF2}" type="slidenum">
              <a:rPr lang="en-US" smtClean="0"/>
              <a:t>6</a:t>
            </a:fld>
            <a:endParaRPr lang="en-US"/>
          </a:p>
        </p:txBody>
      </p:sp>
    </p:spTree>
    <p:extLst>
      <p:ext uri="{BB962C8B-B14F-4D97-AF65-F5344CB8AC3E}">
        <p14:creationId xmlns:p14="http://schemas.microsoft.com/office/powerpoint/2010/main" val="3338218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992968"/>
            <a:ext cx="15544800" cy="6366933"/>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2286000" y="9605435"/>
            <a:ext cx="13716000" cy="4415365"/>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075A71-C8BC-4D73-B93C-2CD73B8A76D9}"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910737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75A71-C8BC-4D73-B93C-2CD73B8A76D9}"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3402644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6" y="4559305"/>
            <a:ext cx="15773400" cy="7607299"/>
          </a:xfrm>
        </p:spPr>
        <p:txBody>
          <a:bodyPr anchor="b"/>
          <a:lstStyle>
            <a:lvl1pPr>
              <a:defRPr sz="12000"/>
            </a:lvl1pPr>
          </a:lstStyle>
          <a:p>
            <a:r>
              <a:rPr lang="en-US"/>
              <a:t>Click to edit Master title style</a:t>
            </a:r>
            <a:endParaRPr lang="en-US" dirty="0"/>
          </a:p>
        </p:txBody>
      </p:sp>
      <p:sp>
        <p:nvSpPr>
          <p:cNvPr id="3" name="Text Placeholder 2"/>
          <p:cNvSpPr>
            <a:spLocks noGrp="1"/>
          </p:cNvSpPr>
          <p:nvPr>
            <p:ph type="body" idx="1"/>
          </p:nvPr>
        </p:nvSpPr>
        <p:spPr>
          <a:xfrm>
            <a:off x="1247776" y="12238572"/>
            <a:ext cx="15773400" cy="4000499"/>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075A71-C8BC-4D73-B93C-2CD73B8A76D9}"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4054001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4868333"/>
            <a:ext cx="7772400" cy="1160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4868333"/>
            <a:ext cx="7772400" cy="1160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075A71-C8BC-4D73-B93C-2CD73B8A76D9}"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406239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973671"/>
            <a:ext cx="15773400" cy="353483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4" y="4483101"/>
            <a:ext cx="7736680" cy="2197099"/>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259684" y="6680200"/>
            <a:ext cx="7736680" cy="9825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1" y="4483101"/>
            <a:ext cx="7774782" cy="2197099"/>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58301" y="6680200"/>
            <a:ext cx="7774782" cy="9825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075A71-C8BC-4D73-B93C-2CD73B8A76D9}" type="datetimeFigureOut">
              <a:rPr lang="en-US" smtClean="0"/>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600315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075A71-C8BC-4D73-B93C-2CD73B8A76D9}" type="datetimeFigureOut">
              <a:rPr lang="en-US" smtClean="0"/>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1060506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75A71-C8BC-4D73-B93C-2CD73B8A76D9}" type="datetimeFigureOut">
              <a:rPr lang="en-US" smtClean="0"/>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268413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1219200"/>
            <a:ext cx="5898356" cy="4267200"/>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7774782" y="2633138"/>
            <a:ext cx="9258300" cy="12996333"/>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2" y="5486400"/>
            <a:ext cx="5898356" cy="10164235"/>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67075A71-C8BC-4D73-B93C-2CD73B8A76D9}"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3254906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1219200"/>
            <a:ext cx="5898356" cy="4267200"/>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2633138"/>
            <a:ext cx="9258300" cy="12996333"/>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259682" y="5486400"/>
            <a:ext cx="5898356" cy="10164235"/>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67075A71-C8BC-4D73-B93C-2CD73B8A76D9}"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1141034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75A71-C8BC-4D73-B93C-2CD73B8A76D9}"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316371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1" y="973667"/>
            <a:ext cx="3943350" cy="154982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1" y="973667"/>
            <a:ext cx="11601450" cy="1549823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75A71-C8BC-4D73-B93C-2CD73B8A76D9}"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1A1822-7F2F-4CD4-9A71-2507AF241E4A}" type="slidenum">
              <a:rPr lang="en-US" smtClean="0"/>
              <a:t>‹#›</a:t>
            </a:fld>
            <a:endParaRPr lang="en-US"/>
          </a:p>
        </p:txBody>
      </p:sp>
    </p:spTree>
    <p:extLst>
      <p:ext uri="{BB962C8B-B14F-4D97-AF65-F5344CB8AC3E}">
        <p14:creationId xmlns:p14="http://schemas.microsoft.com/office/powerpoint/2010/main" val="789762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973671"/>
            <a:ext cx="15773400" cy="35348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4868333"/>
            <a:ext cx="15773400" cy="1160356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16950271"/>
            <a:ext cx="4114800" cy="973667"/>
          </a:xfrm>
          <a:prstGeom prst="rect">
            <a:avLst/>
          </a:prstGeom>
        </p:spPr>
        <p:txBody>
          <a:bodyPr vert="horz" lIns="91440" tIns="45720" rIns="91440" bIns="45720" rtlCol="0" anchor="ctr"/>
          <a:lstStyle>
            <a:lvl1pPr algn="l">
              <a:defRPr sz="2400">
                <a:solidFill>
                  <a:schemeClr val="tx1">
                    <a:tint val="82000"/>
                  </a:schemeClr>
                </a:solidFill>
              </a:defRPr>
            </a:lvl1pPr>
          </a:lstStyle>
          <a:p>
            <a:fld id="{67075A71-C8BC-4D73-B93C-2CD73B8A76D9}" type="datetimeFigureOut">
              <a:rPr lang="en-US" smtClean="0"/>
              <a:t>10/26/2025</a:t>
            </a:fld>
            <a:endParaRPr lang="en-US"/>
          </a:p>
        </p:txBody>
      </p:sp>
      <p:sp>
        <p:nvSpPr>
          <p:cNvPr id="5" name="Footer Placeholder 4"/>
          <p:cNvSpPr>
            <a:spLocks noGrp="1"/>
          </p:cNvSpPr>
          <p:nvPr>
            <p:ph type="ftr" sz="quarter" idx="3"/>
          </p:nvPr>
        </p:nvSpPr>
        <p:spPr>
          <a:xfrm>
            <a:off x="6057900" y="16950271"/>
            <a:ext cx="6172200" cy="973667"/>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16950271"/>
            <a:ext cx="4114800" cy="973667"/>
          </a:xfrm>
          <a:prstGeom prst="rect">
            <a:avLst/>
          </a:prstGeom>
        </p:spPr>
        <p:txBody>
          <a:bodyPr vert="horz" lIns="91440" tIns="45720" rIns="91440" bIns="45720" rtlCol="0" anchor="ctr"/>
          <a:lstStyle>
            <a:lvl1pPr algn="r">
              <a:defRPr sz="2400">
                <a:solidFill>
                  <a:schemeClr val="tx1">
                    <a:tint val="82000"/>
                  </a:schemeClr>
                </a:solidFill>
              </a:defRPr>
            </a:lvl1pPr>
          </a:lstStyle>
          <a:p>
            <a:fld id="{A21A1822-7F2F-4CD4-9A71-2507AF241E4A}" type="slidenum">
              <a:rPr lang="en-US" smtClean="0"/>
              <a:t>‹#›</a:t>
            </a:fld>
            <a:endParaRPr lang="en-US"/>
          </a:p>
        </p:txBody>
      </p:sp>
    </p:spTree>
    <p:extLst>
      <p:ext uri="{BB962C8B-B14F-4D97-AF65-F5344CB8AC3E}">
        <p14:creationId xmlns:p14="http://schemas.microsoft.com/office/powerpoint/2010/main" val="36735915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notesSlide" Target="../notesSlides/notesSlide2.xml"/><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8" Type="http://schemas.openxmlformats.org/officeDocument/2006/relationships/image" Target="../media/image57.svg"/><Relationship Id="rId5" Type="http://schemas.openxmlformats.org/officeDocument/2006/relationships/image" Target="../media/image4.png"/><Relationship Id="rId19" Type="http://schemas.openxmlformats.org/officeDocument/2006/relationships/image" Target="../media/image18.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pn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PN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2.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jpe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 Id="rId57" Type="http://schemas.openxmlformats.org/officeDocument/2006/relationships/image" Target="../media/image56.png"/><Relationship Id="rId10" Type="http://schemas.openxmlformats.org/officeDocument/2006/relationships/image" Target="../media/image9.sv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s>
</file>

<file path=ppt/slides/_rels/slide3.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18" Type="http://schemas.openxmlformats.org/officeDocument/2006/relationships/image" Target="../media/image55.png"/><Relationship Id="rId3" Type="http://schemas.openxmlformats.org/officeDocument/2006/relationships/image" Target="../media/image58.png"/><Relationship Id="rId21" Type="http://schemas.openxmlformats.org/officeDocument/2006/relationships/image" Target="../media/image75.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svg"/><Relationship Id="rId2" Type="http://schemas.openxmlformats.org/officeDocument/2006/relationships/notesSlide" Target="../notesSlides/notesSlide3.xml"/><Relationship Id="rId16" Type="http://schemas.openxmlformats.org/officeDocument/2006/relationships/image" Target="../media/image71.png"/><Relationship Id="rId20" Type="http://schemas.openxmlformats.org/officeDocument/2006/relationships/image" Target="../media/image74.svg"/><Relationship Id="rId1" Type="http://schemas.openxmlformats.org/officeDocument/2006/relationships/slideLayout" Target="../slideLayouts/slideLayout2.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jpeg"/><Relationship Id="rId10" Type="http://schemas.openxmlformats.org/officeDocument/2006/relationships/image" Target="../media/image65.png"/><Relationship Id="rId19" Type="http://schemas.openxmlformats.org/officeDocument/2006/relationships/image" Target="../media/image73.png"/><Relationship Id="rId4" Type="http://schemas.openxmlformats.org/officeDocument/2006/relationships/image" Target="../media/image59.sv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6.svg"/></Relationships>
</file>

<file path=ppt/slides/_rels/slide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71.png"/><Relationship Id="rId3" Type="http://schemas.openxmlformats.org/officeDocument/2006/relationships/image" Target="../media/image77.jpeg"/><Relationship Id="rId7" Type="http://schemas.openxmlformats.org/officeDocument/2006/relationships/image" Target="../media/image81.svg"/><Relationship Id="rId12" Type="http://schemas.openxmlformats.org/officeDocument/2006/relationships/image" Target="../media/image86.png"/><Relationship Id="rId17" Type="http://schemas.openxmlformats.org/officeDocument/2006/relationships/image" Target="../media/image57.svg"/><Relationship Id="rId2" Type="http://schemas.openxmlformats.org/officeDocument/2006/relationships/notesSlide" Target="../notesSlides/notesSlide4.xml"/><Relationship Id="rId16" Type="http://schemas.openxmlformats.org/officeDocument/2006/relationships/image" Target="../media/image56.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sv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72.sv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88.png"/></Relationships>
</file>

<file path=ppt/slides/_rels/slide5.xml.rels><?xml version="1.0" encoding="UTF-8" standalone="yes"?>
<Relationships xmlns="http://schemas.openxmlformats.org/package/2006/relationships"><Relationship Id="rId8" Type="http://schemas.openxmlformats.org/officeDocument/2006/relationships/image" Target="../media/image95.svg"/><Relationship Id="rId13" Type="http://schemas.openxmlformats.org/officeDocument/2006/relationships/image" Target="../media/image100.png"/><Relationship Id="rId18" Type="http://schemas.openxmlformats.org/officeDocument/2006/relationships/image" Target="../media/image105.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 Type="http://schemas.openxmlformats.org/officeDocument/2006/relationships/notesSlide" Target="../notesSlides/notesSlide5.xml"/><Relationship Id="rId16" Type="http://schemas.openxmlformats.org/officeDocument/2006/relationships/image" Target="../media/image103.png"/><Relationship Id="rId20" Type="http://schemas.openxmlformats.org/officeDocument/2006/relationships/image" Target="../media/image107.jpeg"/><Relationship Id="rId1" Type="http://schemas.openxmlformats.org/officeDocument/2006/relationships/slideLayout" Target="../slideLayouts/slideLayout2.xml"/><Relationship Id="rId6" Type="http://schemas.openxmlformats.org/officeDocument/2006/relationships/image" Target="../media/image93.sv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19" Type="http://schemas.openxmlformats.org/officeDocument/2006/relationships/image" Target="../media/image106.png"/><Relationship Id="rId4" Type="http://schemas.openxmlformats.org/officeDocument/2006/relationships/image" Target="../media/image91.svg"/><Relationship Id="rId9" Type="http://schemas.openxmlformats.org/officeDocument/2006/relationships/image" Target="../media/image96.png"/><Relationship Id="rId14" Type="http://schemas.openxmlformats.org/officeDocument/2006/relationships/image" Target="../media/image101.png"/></Relationships>
</file>

<file path=ppt/slides/_rels/slide6.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8.png"/><Relationship Id="rId18" Type="http://schemas.openxmlformats.org/officeDocument/2006/relationships/image" Target="../media/image123.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7.png"/><Relationship Id="rId17" Type="http://schemas.openxmlformats.org/officeDocument/2006/relationships/image" Target="../media/image122.svg"/><Relationship Id="rId2" Type="http://schemas.openxmlformats.org/officeDocument/2006/relationships/notesSlide" Target="../notesSlides/notesSlide6.xml"/><Relationship Id="rId16"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55.png"/><Relationship Id="rId5" Type="http://schemas.openxmlformats.org/officeDocument/2006/relationships/image" Target="../media/image111.jpeg"/><Relationship Id="rId15" Type="http://schemas.openxmlformats.org/officeDocument/2006/relationships/image" Target="../media/image120.svg"/><Relationship Id="rId10" Type="http://schemas.openxmlformats.org/officeDocument/2006/relationships/image" Target="../media/image116.png"/><Relationship Id="rId19" Type="http://schemas.openxmlformats.org/officeDocument/2006/relationships/image" Target="../media/image124.svg"/><Relationship Id="rId4" Type="http://schemas.openxmlformats.org/officeDocument/2006/relationships/image" Target="../media/image110.svg"/><Relationship Id="rId9" Type="http://schemas.openxmlformats.org/officeDocument/2006/relationships/image" Target="../media/image115.png"/><Relationship Id="rId14"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medical model&#10;&#10;AI-generated content may be incorrect.">
            <a:extLst>
              <a:ext uri="{FF2B5EF4-FFF2-40B4-BE49-F238E27FC236}">
                <a16:creationId xmlns:a16="http://schemas.microsoft.com/office/drawing/2014/main" id="{BADF95AD-4DFF-6DB0-922A-489DEAF01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8" y="0"/>
            <a:ext cx="5943436" cy="7442588"/>
          </a:xfrm>
          <a:prstGeom prst="rect">
            <a:avLst/>
          </a:prstGeom>
        </p:spPr>
      </p:pic>
      <p:sp>
        <p:nvSpPr>
          <p:cNvPr id="6" name="TextBox 5">
            <a:extLst>
              <a:ext uri="{FF2B5EF4-FFF2-40B4-BE49-F238E27FC236}">
                <a16:creationId xmlns:a16="http://schemas.microsoft.com/office/drawing/2014/main" id="{6B870E18-B2AB-8416-47A4-A051DAAAE5A0}"/>
              </a:ext>
            </a:extLst>
          </p:cNvPr>
          <p:cNvSpPr txBox="1"/>
          <p:nvPr/>
        </p:nvSpPr>
        <p:spPr>
          <a:xfrm>
            <a:off x="-11868" y="-2039046"/>
            <a:ext cx="963534" cy="2031325"/>
          </a:xfrm>
          <a:prstGeom prst="rect">
            <a:avLst/>
          </a:prstGeom>
          <a:noFill/>
        </p:spPr>
        <p:txBody>
          <a:bodyPr wrap="none" rtlCol="0">
            <a:spAutoFit/>
          </a:bodyPr>
          <a:lstStyle/>
          <a:p>
            <a:r>
              <a:rPr lang="en-US" dirty="0"/>
              <a:t>Figure 1</a:t>
            </a:r>
          </a:p>
          <a:p>
            <a:endParaRPr lang="en-US" dirty="0"/>
          </a:p>
          <a:p>
            <a:endParaRPr lang="en-US" dirty="0"/>
          </a:p>
          <a:p>
            <a:endParaRPr lang="en-US" dirty="0"/>
          </a:p>
          <a:p>
            <a:endParaRPr lang="en-US" dirty="0"/>
          </a:p>
          <a:p>
            <a:endParaRPr lang="en-US" dirty="0"/>
          </a:p>
          <a:p>
            <a:endParaRPr lang="en-US" dirty="0"/>
          </a:p>
        </p:txBody>
      </p:sp>
      <p:sp>
        <p:nvSpPr>
          <p:cNvPr id="7" name="TextBox 6">
            <a:extLst>
              <a:ext uri="{FF2B5EF4-FFF2-40B4-BE49-F238E27FC236}">
                <a16:creationId xmlns:a16="http://schemas.microsoft.com/office/drawing/2014/main" id="{97584B4E-1354-B901-0B84-2C21C7681540}"/>
              </a:ext>
            </a:extLst>
          </p:cNvPr>
          <p:cNvSpPr txBox="1"/>
          <p:nvPr/>
        </p:nvSpPr>
        <p:spPr>
          <a:xfrm>
            <a:off x="-11868" y="13716001"/>
            <a:ext cx="963534" cy="2031325"/>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r>
              <a:rPr lang="en-US" dirty="0"/>
              <a:t>Figure 1</a:t>
            </a:r>
          </a:p>
        </p:txBody>
      </p:sp>
    </p:spTree>
    <p:extLst>
      <p:ext uri="{BB962C8B-B14F-4D97-AF65-F5344CB8AC3E}">
        <p14:creationId xmlns:p14="http://schemas.microsoft.com/office/powerpoint/2010/main" val="394413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F095-3FBA-7C22-3511-4AA9A7C81261}"/>
            </a:ext>
          </a:extLst>
        </p:cNvPr>
        <p:cNvGrpSpPr/>
        <p:nvPr/>
      </p:nvGrpSpPr>
      <p:grpSpPr>
        <a:xfrm>
          <a:off x="0" y="0"/>
          <a:ext cx="0" cy="0"/>
          <a:chOff x="0" y="0"/>
          <a:chExt cx="0" cy="0"/>
        </a:xfrm>
      </p:grpSpPr>
      <p:pic>
        <p:nvPicPr>
          <p:cNvPr id="3138" name="Graphic 3137">
            <a:extLst>
              <a:ext uri="{FF2B5EF4-FFF2-40B4-BE49-F238E27FC236}">
                <a16:creationId xmlns:a16="http://schemas.microsoft.com/office/drawing/2014/main" id="{8DFC99BE-FBD9-E22F-ACA4-DCEE74BA74F5}"/>
              </a:ext>
            </a:extLst>
          </p:cNvPr>
          <p:cNvPicPr>
            <a:picLocks noChangeAspect="1"/>
          </p:cNvPicPr>
          <p:nvPr/>
        </p:nvPicPr>
        <p:blipFill>
          <a:blip r:embed="rId3">
            <a:extLst>
              <a:ext uri="{96DAC541-7B7A-43D3-8B79-37D633B846F1}">
                <asvg:svgBlip xmlns:asvg="http://schemas.microsoft.com/office/drawing/2016/SVG/main" r:embed="rId4"/>
              </a:ext>
            </a:extLst>
          </a:blip>
          <a:srcRect l="13497" t="9302" r="8659" b="13287"/>
          <a:stretch>
            <a:fillRect/>
          </a:stretch>
        </p:blipFill>
        <p:spPr>
          <a:xfrm>
            <a:off x="6629158" y="11319450"/>
            <a:ext cx="3287813" cy="2335333"/>
          </a:xfrm>
          <a:prstGeom prst="rect">
            <a:avLst/>
          </a:prstGeom>
        </p:spPr>
      </p:pic>
      <p:pic>
        <p:nvPicPr>
          <p:cNvPr id="3136" name="Graphic 3135">
            <a:extLst>
              <a:ext uri="{FF2B5EF4-FFF2-40B4-BE49-F238E27FC236}">
                <a16:creationId xmlns:a16="http://schemas.microsoft.com/office/drawing/2014/main" id="{B027AEBA-9ED8-4EA8-1B2E-74375CAA225D}"/>
              </a:ext>
            </a:extLst>
          </p:cNvPr>
          <p:cNvPicPr>
            <a:picLocks noChangeAspect="1"/>
          </p:cNvPicPr>
          <p:nvPr/>
        </p:nvPicPr>
        <p:blipFill>
          <a:blip r:embed="rId5">
            <a:extLst>
              <a:ext uri="{96DAC541-7B7A-43D3-8B79-37D633B846F1}">
                <asvg:svgBlip xmlns:asvg="http://schemas.microsoft.com/office/drawing/2016/SVG/main" r:embed="rId6"/>
              </a:ext>
            </a:extLst>
          </a:blip>
          <a:srcRect l="11086" t="9748" r="8315" b="15949"/>
          <a:stretch>
            <a:fillRect/>
          </a:stretch>
        </p:blipFill>
        <p:spPr>
          <a:xfrm>
            <a:off x="23228" y="11306180"/>
            <a:ext cx="3404133" cy="2241554"/>
          </a:xfrm>
          <a:prstGeom prst="rect">
            <a:avLst/>
          </a:prstGeom>
        </p:spPr>
      </p:pic>
      <p:pic>
        <p:nvPicPr>
          <p:cNvPr id="3140" name="Graphic 3139">
            <a:extLst>
              <a:ext uri="{FF2B5EF4-FFF2-40B4-BE49-F238E27FC236}">
                <a16:creationId xmlns:a16="http://schemas.microsoft.com/office/drawing/2014/main" id="{7AA71015-57B1-7D42-8F3F-7740B5C9B4C5}"/>
              </a:ext>
            </a:extLst>
          </p:cNvPr>
          <p:cNvPicPr>
            <a:picLocks noChangeAspect="1"/>
          </p:cNvPicPr>
          <p:nvPr/>
        </p:nvPicPr>
        <p:blipFill>
          <a:blip r:embed="rId7">
            <a:extLst>
              <a:ext uri="{96DAC541-7B7A-43D3-8B79-37D633B846F1}">
                <asvg:svgBlip xmlns:asvg="http://schemas.microsoft.com/office/drawing/2016/SVG/main" r:embed="rId8"/>
              </a:ext>
            </a:extLst>
          </a:blip>
          <a:srcRect l="9252" t="9770" b="12820"/>
          <a:stretch>
            <a:fillRect/>
          </a:stretch>
        </p:blipFill>
        <p:spPr>
          <a:xfrm>
            <a:off x="1324428" y="13736902"/>
            <a:ext cx="3832794" cy="2335333"/>
          </a:xfrm>
          <a:prstGeom prst="rect">
            <a:avLst/>
          </a:prstGeom>
        </p:spPr>
      </p:pic>
      <p:pic>
        <p:nvPicPr>
          <p:cNvPr id="3151" name="Graphic 3150">
            <a:extLst>
              <a:ext uri="{FF2B5EF4-FFF2-40B4-BE49-F238E27FC236}">
                <a16:creationId xmlns:a16="http://schemas.microsoft.com/office/drawing/2014/main" id="{00C9D629-7650-0A71-BA4D-CCCE785C52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04008" y="13796638"/>
            <a:ext cx="3738563" cy="2243138"/>
          </a:xfrm>
          <a:prstGeom prst="rect">
            <a:avLst/>
          </a:prstGeom>
        </p:spPr>
      </p:pic>
      <p:pic>
        <p:nvPicPr>
          <p:cNvPr id="3149" name="Graphic 3148">
            <a:extLst>
              <a:ext uri="{FF2B5EF4-FFF2-40B4-BE49-F238E27FC236}">
                <a16:creationId xmlns:a16="http://schemas.microsoft.com/office/drawing/2014/main" id="{3E0A5C20-9043-B82E-0A50-30181680CD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13677" y="13801486"/>
            <a:ext cx="3609975" cy="2243138"/>
          </a:xfrm>
          <a:prstGeom prst="rect">
            <a:avLst/>
          </a:prstGeom>
        </p:spPr>
      </p:pic>
      <p:pic>
        <p:nvPicPr>
          <p:cNvPr id="3145" name="Graphic 3144">
            <a:extLst>
              <a:ext uri="{FF2B5EF4-FFF2-40B4-BE49-F238E27FC236}">
                <a16:creationId xmlns:a16="http://schemas.microsoft.com/office/drawing/2014/main" id="{D62B9E8A-6F60-A4BF-8909-71BEACECAA0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88694" y="11463146"/>
            <a:ext cx="3609975" cy="2243138"/>
          </a:xfrm>
          <a:prstGeom prst="rect">
            <a:avLst/>
          </a:prstGeom>
        </p:spPr>
      </p:pic>
      <p:pic>
        <p:nvPicPr>
          <p:cNvPr id="3147" name="Graphic 3146">
            <a:extLst>
              <a:ext uri="{FF2B5EF4-FFF2-40B4-BE49-F238E27FC236}">
                <a16:creationId xmlns:a16="http://schemas.microsoft.com/office/drawing/2014/main" id="{C45E86EE-3CF5-21D7-4A7D-A6E492A92E5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86990" y="11390763"/>
            <a:ext cx="3609975" cy="2243138"/>
          </a:xfrm>
          <a:prstGeom prst="rect">
            <a:avLst/>
          </a:prstGeom>
        </p:spPr>
      </p:pic>
      <p:pic>
        <p:nvPicPr>
          <p:cNvPr id="3126" name="Picture 3125" descr="A screenshot of a computer screen&#10;&#10;AI-generated content may be incorrect.">
            <a:extLst>
              <a:ext uri="{FF2B5EF4-FFF2-40B4-BE49-F238E27FC236}">
                <a16:creationId xmlns:a16="http://schemas.microsoft.com/office/drawing/2014/main" id="{7B1F5399-739A-EC04-5CBB-E8D977CCA5C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638055" y="565433"/>
            <a:ext cx="6377150" cy="6586393"/>
          </a:xfrm>
          <a:prstGeom prst="rect">
            <a:avLst/>
          </a:prstGeom>
        </p:spPr>
      </p:pic>
      <p:pic>
        <p:nvPicPr>
          <p:cNvPr id="3094" name="Graphic 3093">
            <a:extLst>
              <a:ext uri="{FF2B5EF4-FFF2-40B4-BE49-F238E27FC236}">
                <a16:creationId xmlns:a16="http://schemas.microsoft.com/office/drawing/2014/main" id="{EF39AD16-9B0F-2A42-83F9-5747DD9B40E9}"/>
              </a:ext>
            </a:extLst>
          </p:cNvPr>
          <p:cNvPicPr>
            <a:picLocks noChangeAspect="1"/>
          </p:cNvPicPr>
          <p:nvPr/>
        </p:nvPicPr>
        <p:blipFill>
          <a:blip r:embed="rId18">
            <a:extLst>
              <a:ext uri="{96DAC541-7B7A-43D3-8B79-37D633B846F1}">
                <asvg:svgBlip xmlns:asvg="http://schemas.microsoft.com/office/drawing/2016/SVG/main" r:embed="rId19"/>
              </a:ext>
            </a:extLst>
          </a:blip>
          <a:srcRect t="10122" r="11162" b="14424"/>
          <a:stretch>
            <a:fillRect/>
          </a:stretch>
        </p:blipFill>
        <p:spPr>
          <a:xfrm>
            <a:off x="4618046" y="3983130"/>
            <a:ext cx="1804948" cy="1095023"/>
          </a:xfrm>
          <a:prstGeom prst="rect">
            <a:avLst/>
          </a:prstGeom>
        </p:spPr>
      </p:pic>
      <p:sp>
        <p:nvSpPr>
          <p:cNvPr id="4" name="TextBox 3">
            <a:extLst>
              <a:ext uri="{FF2B5EF4-FFF2-40B4-BE49-F238E27FC236}">
                <a16:creationId xmlns:a16="http://schemas.microsoft.com/office/drawing/2014/main" id="{B4E7DA5A-AEF8-066F-A73D-11F67E9F48A1}"/>
              </a:ext>
            </a:extLst>
          </p:cNvPr>
          <p:cNvSpPr txBox="1"/>
          <p:nvPr/>
        </p:nvSpPr>
        <p:spPr>
          <a:xfrm>
            <a:off x="-11868" y="-2039046"/>
            <a:ext cx="1096582" cy="2031325"/>
          </a:xfrm>
          <a:prstGeom prst="rect">
            <a:avLst/>
          </a:prstGeom>
          <a:noFill/>
        </p:spPr>
        <p:txBody>
          <a:bodyPr wrap="none" rtlCol="0">
            <a:spAutoFit/>
          </a:bodyPr>
          <a:lstStyle/>
          <a:p>
            <a:r>
              <a:rPr lang="en-US" dirty="0"/>
              <a:t>Figure XX</a:t>
            </a:r>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FDF750D0-042F-2F74-D4E0-A0921A6D8574}"/>
              </a:ext>
            </a:extLst>
          </p:cNvPr>
          <p:cNvSpPr txBox="1"/>
          <p:nvPr/>
        </p:nvSpPr>
        <p:spPr>
          <a:xfrm>
            <a:off x="-11868" y="18073444"/>
            <a:ext cx="963534" cy="2031325"/>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r>
              <a:rPr lang="en-US" dirty="0"/>
              <a:t>Figure 2</a:t>
            </a:r>
          </a:p>
        </p:txBody>
      </p:sp>
      <p:pic>
        <p:nvPicPr>
          <p:cNvPr id="17" name="Picture 16" descr="A screenshot of a computer&#10;&#10;AI-generated content may be incorrect.">
            <a:extLst>
              <a:ext uri="{FF2B5EF4-FFF2-40B4-BE49-F238E27FC236}">
                <a16:creationId xmlns:a16="http://schemas.microsoft.com/office/drawing/2014/main" id="{6EDC4F70-4304-E85F-7DBE-97BEC8E03C56}"/>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30320" y="73647"/>
            <a:ext cx="1919585" cy="2754886"/>
          </a:xfrm>
          <a:prstGeom prst="rect">
            <a:avLst/>
          </a:prstGeom>
        </p:spPr>
      </p:pic>
      <p:pic>
        <p:nvPicPr>
          <p:cNvPr id="19" name="Picture 18" descr="A white grid with many small text&#10;&#10;AI-generated content may be incorrect.">
            <a:extLst>
              <a:ext uri="{FF2B5EF4-FFF2-40B4-BE49-F238E27FC236}">
                <a16:creationId xmlns:a16="http://schemas.microsoft.com/office/drawing/2014/main" id="{0E48028E-6DFA-0C8E-35BE-D93730A1357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0423" y="7443529"/>
            <a:ext cx="12871579" cy="3743070"/>
          </a:xfrm>
          <a:prstGeom prst="rect">
            <a:avLst/>
          </a:prstGeom>
        </p:spPr>
      </p:pic>
      <p:sp>
        <p:nvSpPr>
          <p:cNvPr id="23" name="TextBox 22">
            <a:extLst>
              <a:ext uri="{FF2B5EF4-FFF2-40B4-BE49-F238E27FC236}">
                <a16:creationId xmlns:a16="http://schemas.microsoft.com/office/drawing/2014/main" id="{D3FA881F-E4E3-72D7-F91C-ED18346721BE}"/>
              </a:ext>
            </a:extLst>
          </p:cNvPr>
          <p:cNvSpPr txBox="1"/>
          <p:nvPr/>
        </p:nvSpPr>
        <p:spPr>
          <a:xfrm>
            <a:off x="9398" y="0"/>
            <a:ext cx="320922" cy="369332"/>
          </a:xfrm>
          <a:prstGeom prst="rect">
            <a:avLst/>
          </a:prstGeom>
          <a:noFill/>
        </p:spPr>
        <p:txBody>
          <a:bodyPr wrap="none" rtlCol="0">
            <a:spAutoFit/>
          </a:bodyPr>
          <a:lstStyle/>
          <a:p>
            <a:r>
              <a:rPr lang="en-US" dirty="0"/>
              <a:t>A</a:t>
            </a:r>
          </a:p>
        </p:txBody>
      </p:sp>
      <p:sp>
        <p:nvSpPr>
          <p:cNvPr id="24" name="TextBox 23">
            <a:extLst>
              <a:ext uri="{FF2B5EF4-FFF2-40B4-BE49-F238E27FC236}">
                <a16:creationId xmlns:a16="http://schemas.microsoft.com/office/drawing/2014/main" id="{D804A7BF-9B8D-A353-466F-754E1A177981}"/>
              </a:ext>
            </a:extLst>
          </p:cNvPr>
          <p:cNvSpPr txBox="1"/>
          <p:nvPr/>
        </p:nvSpPr>
        <p:spPr>
          <a:xfrm>
            <a:off x="6574882" y="250642"/>
            <a:ext cx="343364" cy="369332"/>
          </a:xfrm>
          <a:prstGeom prst="rect">
            <a:avLst/>
          </a:prstGeom>
          <a:noFill/>
        </p:spPr>
        <p:txBody>
          <a:bodyPr wrap="none" rtlCol="0">
            <a:spAutoFit/>
          </a:bodyPr>
          <a:lstStyle/>
          <a:p>
            <a:r>
              <a:rPr lang="en-US" dirty="0"/>
              <a:t>D</a:t>
            </a:r>
          </a:p>
        </p:txBody>
      </p:sp>
      <p:sp>
        <p:nvSpPr>
          <p:cNvPr id="58" name="TextBox 57">
            <a:extLst>
              <a:ext uri="{FF2B5EF4-FFF2-40B4-BE49-F238E27FC236}">
                <a16:creationId xmlns:a16="http://schemas.microsoft.com/office/drawing/2014/main" id="{AABB3290-36C2-6BC1-A812-92BAFD5A9A10}"/>
              </a:ext>
            </a:extLst>
          </p:cNvPr>
          <p:cNvSpPr txBox="1"/>
          <p:nvPr/>
        </p:nvSpPr>
        <p:spPr>
          <a:xfrm>
            <a:off x="-3639" y="7296529"/>
            <a:ext cx="344966" cy="369332"/>
          </a:xfrm>
          <a:prstGeom prst="rect">
            <a:avLst/>
          </a:prstGeom>
          <a:noFill/>
        </p:spPr>
        <p:txBody>
          <a:bodyPr wrap="none" rtlCol="0">
            <a:spAutoFit/>
          </a:bodyPr>
          <a:lstStyle/>
          <a:p>
            <a:r>
              <a:rPr lang="en-US" dirty="0"/>
              <a:t>C</a:t>
            </a:r>
          </a:p>
        </p:txBody>
      </p:sp>
      <p:sp>
        <p:nvSpPr>
          <p:cNvPr id="3078" name="Rectangle 3077">
            <a:extLst>
              <a:ext uri="{FF2B5EF4-FFF2-40B4-BE49-F238E27FC236}">
                <a16:creationId xmlns:a16="http://schemas.microsoft.com/office/drawing/2014/main" id="{7F187F52-9A34-DD78-4160-7EC357B5F689}"/>
              </a:ext>
            </a:extLst>
          </p:cNvPr>
          <p:cNvSpPr/>
          <p:nvPr/>
        </p:nvSpPr>
        <p:spPr>
          <a:xfrm>
            <a:off x="7588306" y="1171330"/>
            <a:ext cx="394548"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Rectangle 3079">
            <a:extLst>
              <a:ext uri="{FF2B5EF4-FFF2-40B4-BE49-F238E27FC236}">
                <a16:creationId xmlns:a16="http://schemas.microsoft.com/office/drawing/2014/main" id="{32E862E1-2822-302B-8475-5E0A902177C4}"/>
              </a:ext>
            </a:extLst>
          </p:cNvPr>
          <p:cNvSpPr/>
          <p:nvPr/>
        </p:nvSpPr>
        <p:spPr>
          <a:xfrm>
            <a:off x="8019391" y="1171330"/>
            <a:ext cx="394448"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018702F9-34DC-6F18-B4AA-78164ACC0517}"/>
              </a:ext>
            </a:extLst>
          </p:cNvPr>
          <p:cNvSpPr/>
          <p:nvPr/>
        </p:nvSpPr>
        <p:spPr>
          <a:xfrm>
            <a:off x="8603458" y="1179364"/>
            <a:ext cx="228339"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2" name="Rectangle 3081">
            <a:extLst>
              <a:ext uri="{FF2B5EF4-FFF2-40B4-BE49-F238E27FC236}">
                <a16:creationId xmlns:a16="http://schemas.microsoft.com/office/drawing/2014/main" id="{29F8D1DE-411D-7D82-5E46-346676668DBF}"/>
              </a:ext>
            </a:extLst>
          </p:cNvPr>
          <p:cNvSpPr/>
          <p:nvPr/>
        </p:nvSpPr>
        <p:spPr>
          <a:xfrm>
            <a:off x="8878004" y="1179364"/>
            <a:ext cx="228340"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10C7490-DB84-876E-DF0A-E345FB732CEF}"/>
              </a:ext>
            </a:extLst>
          </p:cNvPr>
          <p:cNvSpPr/>
          <p:nvPr/>
        </p:nvSpPr>
        <p:spPr>
          <a:xfrm>
            <a:off x="9154174" y="1171330"/>
            <a:ext cx="233162"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85" name="Picture 3084" descr="A list of different colored squares&#10;&#10;AI-generated content may be incorrect.">
            <a:extLst>
              <a:ext uri="{FF2B5EF4-FFF2-40B4-BE49-F238E27FC236}">
                <a16:creationId xmlns:a16="http://schemas.microsoft.com/office/drawing/2014/main" id="{F680D9C9-3F58-26F6-B64F-F5AC3935D60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5988597" y="4481305"/>
            <a:ext cx="898226" cy="769908"/>
          </a:xfrm>
          <a:prstGeom prst="rect">
            <a:avLst/>
          </a:prstGeom>
        </p:spPr>
      </p:pic>
      <p:sp>
        <p:nvSpPr>
          <p:cNvPr id="3086" name="Rectangle 3085">
            <a:extLst>
              <a:ext uri="{FF2B5EF4-FFF2-40B4-BE49-F238E27FC236}">
                <a16:creationId xmlns:a16="http://schemas.microsoft.com/office/drawing/2014/main" id="{DA581D63-7349-A32C-126D-CAD327D12121}"/>
              </a:ext>
            </a:extLst>
          </p:cNvPr>
          <p:cNvSpPr/>
          <p:nvPr/>
        </p:nvSpPr>
        <p:spPr>
          <a:xfrm>
            <a:off x="7435859" y="1171330"/>
            <a:ext cx="126739"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718219BA-8EC4-EEA7-AF8B-4F9F156C38F3}"/>
              </a:ext>
            </a:extLst>
          </p:cNvPr>
          <p:cNvSpPr/>
          <p:nvPr/>
        </p:nvSpPr>
        <p:spPr>
          <a:xfrm>
            <a:off x="9420418" y="1171330"/>
            <a:ext cx="121940"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Rectangle 3087">
            <a:extLst>
              <a:ext uri="{FF2B5EF4-FFF2-40B4-BE49-F238E27FC236}">
                <a16:creationId xmlns:a16="http://schemas.microsoft.com/office/drawing/2014/main" id="{4B81063F-45AE-3458-9B93-AF4CE4C8ED9C}"/>
              </a:ext>
            </a:extLst>
          </p:cNvPr>
          <p:cNvSpPr/>
          <p:nvPr/>
        </p:nvSpPr>
        <p:spPr>
          <a:xfrm>
            <a:off x="9568201" y="1171330"/>
            <a:ext cx="118881"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449C37A1-BBC8-6861-CA42-65265E052189}"/>
              </a:ext>
            </a:extLst>
          </p:cNvPr>
          <p:cNvSpPr/>
          <p:nvPr/>
        </p:nvSpPr>
        <p:spPr>
          <a:xfrm>
            <a:off x="8439546" y="1179364"/>
            <a:ext cx="118880" cy="71288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TextBox 3089">
            <a:extLst>
              <a:ext uri="{FF2B5EF4-FFF2-40B4-BE49-F238E27FC236}">
                <a16:creationId xmlns:a16="http://schemas.microsoft.com/office/drawing/2014/main" id="{B18497FA-C813-1BF4-8142-50C5F13D45CB}"/>
              </a:ext>
            </a:extLst>
          </p:cNvPr>
          <p:cNvSpPr txBox="1"/>
          <p:nvPr/>
        </p:nvSpPr>
        <p:spPr>
          <a:xfrm>
            <a:off x="7365750" y="659871"/>
            <a:ext cx="2824997" cy="446276"/>
          </a:xfrm>
          <a:prstGeom prst="rect">
            <a:avLst/>
          </a:prstGeom>
          <a:noFill/>
        </p:spPr>
        <p:txBody>
          <a:bodyPr wrap="square" rtlCol="0">
            <a:spAutoFit/>
          </a:bodyPr>
          <a:lstStyle/>
          <a:p>
            <a:r>
              <a:rPr lang="en-US" sz="1100" b="1" dirty="0">
                <a:solidFill>
                  <a:srgbClr val="FF0000"/>
                </a:solidFill>
              </a:rPr>
              <a:t>	                                        Endotypes 0</a:t>
            </a:r>
            <a:r>
              <a:rPr lang="en-US" sz="1200" b="1" dirty="0">
                <a:solidFill>
                  <a:srgbClr val="FF0000"/>
                </a:solidFill>
              </a:rPr>
              <a:t>–</a:t>
            </a:r>
            <a:r>
              <a:rPr lang="en-US" sz="1100" b="1" dirty="0">
                <a:solidFill>
                  <a:srgbClr val="FF0000"/>
                </a:solidFill>
              </a:rPr>
              <a:t>8</a:t>
            </a:r>
          </a:p>
          <a:p>
            <a:r>
              <a:rPr lang="en-US" sz="1100" b="1" dirty="0">
                <a:solidFill>
                  <a:srgbClr val="FF0000"/>
                </a:solidFill>
              </a:rPr>
              <a:t>8       4             5        6     3       2       1    0   7</a:t>
            </a:r>
          </a:p>
        </p:txBody>
      </p:sp>
      <p:pic>
        <p:nvPicPr>
          <p:cNvPr id="3" name="Picture 2">
            <a:extLst>
              <a:ext uri="{FF2B5EF4-FFF2-40B4-BE49-F238E27FC236}">
                <a16:creationId xmlns:a16="http://schemas.microsoft.com/office/drawing/2014/main" id="{7C8A52C8-B24C-8851-189B-1B77C6C21535}"/>
              </a:ext>
            </a:extLst>
          </p:cNvPr>
          <p:cNvPicPr>
            <a:picLocks noChangeAspect="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5343774" y="0"/>
            <a:ext cx="7306164" cy="9005880"/>
          </a:xfrm>
          <a:prstGeom prst="rect">
            <a:avLst/>
          </a:prstGeom>
          <a:noFill/>
          <a:ln>
            <a:noFill/>
          </a:ln>
        </p:spPr>
      </p:pic>
      <p:pic>
        <p:nvPicPr>
          <p:cNvPr id="8" name="Picture 7" descr="A graph showing different colored dots&#10;&#10;AI-generated content may be incorrect.">
            <a:extLst>
              <a:ext uri="{FF2B5EF4-FFF2-40B4-BE49-F238E27FC236}">
                <a16:creationId xmlns:a16="http://schemas.microsoft.com/office/drawing/2014/main" id="{80CFCE78-56B4-7896-91B3-A22042EAC754}"/>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309918" y="7424"/>
            <a:ext cx="4264964" cy="2797259"/>
          </a:xfrm>
          <a:prstGeom prst="rect">
            <a:avLst/>
          </a:prstGeom>
        </p:spPr>
      </p:pic>
      <p:pic>
        <p:nvPicPr>
          <p:cNvPr id="59" name="Graphic 58">
            <a:extLst>
              <a:ext uri="{FF2B5EF4-FFF2-40B4-BE49-F238E27FC236}">
                <a16:creationId xmlns:a16="http://schemas.microsoft.com/office/drawing/2014/main" id="{EEB8D74D-2C6E-95E6-DD85-30DFE8E5C391}"/>
              </a:ext>
            </a:extLst>
          </p:cNvPr>
          <p:cNvPicPr>
            <a:picLocks noChangeAspect="1"/>
          </p:cNvPicPr>
          <p:nvPr/>
        </p:nvPicPr>
        <p:blipFill>
          <a:blip r:embed="rId25">
            <a:extLst>
              <a:ext uri="{96DAC541-7B7A-43D3-8B79-37D633B846F1}">
                <asvg:svgBlip xmlns:asvg="http://schemas.microsoft.com/office/drawing/2016/SVG/main" r:embed="rId26"/>
              </a:ext>
            </a:extLst>
          </a:blip>
          <a:srcRect l="2455" t="9883" r="10348" b="14767"/>
          <a:stretch>
            <a:fillRect/>
          </a:stretch>
        </p:blipFill>
        <p:spPr>
          <a:xfrm>
            <a:off x="122639" y="2866425"/>
            <a:ext cx="1788603" cy="1103995"/>
          </a:xfrm>
          <a:prstGeom prst="rect">
            <a:avLst/>
          </a:prstGeom>
        </p:spPr>
      </p:pic>
      <p:pic>
        <p:nvPicPr>
          <p:cNvPr id="61" name="Graphic 60">
            <a:extLst>
              <a:ext uri="{FF2B5EF4-FFF2-40B4-BE49-F238E27FC236}">
                <a16:creationId xmlns:a16="http://schemas.microsoft.com/office/drawing/2014/main" id="{DD6CF5E1-9291-CD14-A683-D408F87192CD}"/>
              </a:ext>
            </a:extLst>
          </p:cNvPr>
          <p:cNvPicPr>
            <a:picLocks noChangeAspect="1"/>
          </p:cNvPicPr>
          <p:nvPr/>
        </p:nvPicPr>
        <p:blipFill>
          <a:blip r:embed="rId27">
            <a:extLst>
              <a:ext uri="{96DAC541-7B7A-43D3-8B79-37D633B846F1}">
                <asvg:svgBlip xmlns:asvg="http://schemas.microsoft.com/office/drawing/2016/SVG/main" r:embed="rId28"/>
              </a:ext>
            </a:extLst>
          </a:blip>
          <a:srcRect l="10910" t="10237" r="8172" b="14302"/>
          <a:stretch>
            <a:fillRect/>
          </a:stretch>
        </p:blipFill>
        <p:spPr>
          <a:xfrm>
            <a:off x="1778017" y="2855768"/>
            <a:ext cx="1667625" cy="1110813"/>
          </a:xfrm>
          <a:prstGeom prst="rect">
            <a:avLst/>
          </a:prstGeom>
        </p:spPr>
      </p:pic>
      <p:pic>
        <p:nvPicPr>
          <p:cNvPr id="63" name="Graphic 62">
            <a:extLst>
              <a:ext uri="{FF2B5EF4-FFF2-40B4-BE49-F238E27FC236}">
                <a16:creationId xmlns:a16="http://schemas.microsoft.com/office/drawing/2014/main" id="{9792F489-1E87-9CB2-ECDC-FEAB010A358D}"/>
              </a:ext>
            </a:extLst>
          </p:cNvPr>
          <p:cNvPicPr>
            <a:picLocks noChangeAspect="1"/>
          </p:cNvPicPr>
          <p:nvPr/>
        </p:nvPicPr>
        <p:blipFill>
          <a:blip r:embed="rId29">
            <a:extLst>
              <a:ext uri="{96DAC541-7B7A-43D3-8B79-37D633B846F1}">
                <asvg:svgBlip xmlns:asvg="http://schemas.microsoft.com/office/drawing/2016/SVG/main" r:embed="rId30"/>
              </a:ext>
            </a:extLst>
          </a:blip>
          <a:srcRect l="17078" t="10872" r="8761" b="15006"/>
          <a:stretch>
            <a:fillRect/>
          </a:stretch>
        </p:blipFill>
        <p:spPr>
          <a:xfrm>
            <a:off x="3429661" y="2878886"/>
            <a:ext cx="1541783" cy="1100698"/>
          </a:xfrm>
          <a:prstGeom prst="rect">
            <a:avLst/>
          </a:prstGeom>
        </p:spPr>
      </p:pic>
      <p:pic>
        <p:nvPicPr>
          <p:cNvPr id="3074" name="Graphic 3073">
            <a:extLst>
              <a:ext uri="{FF2B5EF4-FFF2-40B4-BE49-F238E27FC236}">
                <a16:creationId xmlns:a16="http://schemas.microsoft.com/office/drawing/2014/main" id="{2505C520-66E4-2CED-614B-7FB226C6C1D8}"/>
              </a:ext>
            </a:extLst>
          </p:cNvPr>
          <p:cNvPicPr>
            <a:picLocks noChangeAspect="1"/>
          </p:cNvPicPr>
          <p:nvPr/>
        </p:nvPicPr>
        <p:blipFill>
          <a:blip r:embed="rId31">
            <a:extLst>
              <a:ext uri="{96DAC541-7B7A-43D3-8B79-37D633B846F1}">
                <asvg:svgBlip xmlns:asvg="http://schemas.microsoft.com/office/drawing/2016/SVG/main" r:embed="rId32"/>
              </a:ext>
            </a:extLst>
          </a:blip>
          <a:srcRect l="17809" t="10048" r="5564" b="13760"/>
          <a:stretch>
            <a:fillRect/>
          </a:stretch>
        </p:blipFill>
        <p:spPr>
          <a:xfrm>
            <a:off x="5005707" y="2876404"/>
            <a:ext cx="1541783" cy="1095023"/>
          </a:xfrm>
          <a:prstGeom prst="rect">
            <a:avLst/>
          </a:prstGeom>
        </p:spPr>
      </p:pic>
      <p:pic>
        <p:nvPicPr>
          <p:cNvPr id="3076" name="Graphic 3075">
            <a:extLst>
              <a:ext uri="{FF2B5EF4-FFF2-40B4-BE49-F238E27FC236}">
                <a16:creationId xmlns:a16="http://schemas.microsoft.com/office/drawing/2014/main" id="{563A525C-EB37-0D18-4A68-531F25AABD19}"/>
              </a:ext>
            </a:extLst>
          </p:cNvPr>
          <p:cNvPicPr>
            <a:picLocks noChangeAspect="1"/>
          </p:cNvPicPr>
          <p:nvPr/>
        </p:nvPicPr>
        <p:blipFill>
          <a:blip r:embed="rId33">
            <a:extLst>
              <a:ext uri="{96DAC541-7B7A-43D3-8B79-37D633B846F1}">
                <asvg:svgBlip xmlns:asvg="http://schemas.microsoft.com/office/drawing/2016/SVG/main" r:embed="rId34"/>
              </a:ext>
            </a:extLst>
          </a:blip>
          <a:srcRect t="9847" r="9109" b="14059"/>
          <a:stretch>
            <a:fillRect/>
          </a:stretch>
        </p:blipFill>
        <p:spPr>
          <a:xfrm>
            <a:off x="31499" y="3970419"/>
            <a:ext cx="1905163" cy="1139297"/>
          </a:xfrm>
          <a:prstGeom prst="rect">
            <a:avLst/>
          </a:prstGeom>
        </p:spPr>
      </p:pic>
      <p:pic>
        <p:nvPicPr>
          <p:cNvPr id="3084" name="Graphic 3083">
            <a:extLst>
              <a:ext uri="{FF2B5EF4-FFF2-40B4-BE49-F238E27FC236}">
                <a16:creationId xmlns:a16="http://schemas.microsoft.com/office/drawing/2014/main" id="{1603CE76-8034-B86E-C765-9C11CE7F7ED1}"/>
              </a:ext>
            </a:extLst>
          </p:cNvPr>
          <p:cNvPicPr>
            <a:picLocks noChangeAspect="1"/>
          </p:cNvPicPr>
          <p:nvPr/>
        </p:nvPicPr>
        <p:blipFill>
          <a:blip r:embed="rId35">
            <a:extLst>
              <a:ext uri="{96DAC541-7B7A-43D3-8B79-37D633B846F1}">
                <asvg:svgBlip xmlns:asvg="http://schemas.microsoft.com/office/drawing/2016/SVG/main" r:embed="rId36"/>
              </a:ext>
            </a:extLst>
          </a:blip>
          <a:srcRect l="8732" t="10548" b="14101"/>
          <a:stretch>
            <a:fillRect/>
          </a:stretch>
        </p:blipFill>
        <p:spPr>
          <a:xfrm>
            <a:off x="1787193" y="4018750"/>
            <a:ext cx="1802961" cy="1063221"/>
          </a:xfrm>
          <a:prstGeom prst="rect">
            <a:avLst/>
          </a:prstGeom>
        </p:spPr>
      </p:pic>
      <p:pic>
        <p:nvPicPr>
          <p:cNvPr id="3092" name="Graphic 3091">
            <a:extLst>
              <a:ext uri="{FF2B5EF4-FFF2-40B4-BE49-F238E27FC236}">
                <a16:creationId xmlns:a16="http://schemas.microsoft.com/office/drawing/2014/main" id="{04A8769B-E8F2-CD41-E17C-7DB583F3CCBE}"/>
              </a:ext>
            </a:extLst>
          </p:cNvPr>
          <p:cNvPicPr>
            <a:picLocks noChangeAspect="1"/>
          </p:cNvPicPr>
          <p:nvPr/>
        </p:nvPicPr>
        <p:blipFill>
          <a:blip r:embed="rId37">
            <a:extLst>
              <a:ext uri="{96DAC541-7B7A-43D3-8B79-37D633B846F1}">
                <asvg:svgBlip xmlns:asvg="http://schemas.microsoft.com/office/drawing/2016/SVG/main" r:embed="rId38"/>
              </a:ext>
            </a:extLst>
          </a:blip>
          <a:srcRect l="10628" t="10236" r="16949" b="14914"/>
          <a:stretch>
            <a:fillRect/>
          </a:stretch>
        </p:blipFill>
        <p:spPr>
          <a:xfrm>
            <a:off x="3297409" y="3985612"/>
            <a:ext cx="1485165" cy="1096359"/>
          </a:xfrm>
          <a:prstGeom prst="rect">
            <a:avLst/>
          </a:prstGeom>
        </p:spPr>
      </p:pic>
      <p:pic>
        <p:nvPicPr>
          <p:cNvPr id="3096" name="Graphic 3095">
            <a:extLst>
              <a:ext uri="{FF2B5EF4-FFF2-40B4-BE49-F238E27FC236}">
                <a16:creationId xmlns:a16="http://schemas.microsoft.com/office/drawing/2014/main" id="{5508EF55-F43E-44E0-11D6-D0576353761A}"/>
              </a:ext>
            </a:extLst>
          </p:cNvPr>
          <p:cNvPicPr>
            <a:picLocks noChangeAspect="1"/>
          </p:cNvPicPr>
          <p:nvPr/>
        </p:nvPicPr>
        <p:blipFill>
          <a:blip r:embed="rId39">
            <a:extLst>
              <a:ext uri="{96DAC541-7B7A-43D3-8B79-37D633B846F1}">
                <asvg:svgBlip xmlns:asvg="http://schemas.microsoft.com/office/drawing/2016/SVG/main" r:embed="rId40"/>
              </a:ext>
            </a:extLst>
          </a:blip>
          <a:srcRect l="20660" t="9379" r="10010" b="15579"/>
          <a:stretch>
            <a:fillRect/>
          </a:stretch>
        </p:blipFill>
        <p:spPr>
          <a:xfrm>
            <a:off x="522510" y="5113709"/>
            <a:ext cx="1379801" cy="1066775"/>
          </a:xfrm>
          <a:prstGeom prst="rect">
            <a:avLst/>
          </a:prstGeom>
        </p:spPr>
      </p:pic>
      <p:pic>
        <p:nvPicPr>
          <p:cNvPr id="3098" name="Graphic 3097">
            <a:extLst>
              <a:ext uri="{FF2B5EF4-FFF2-40B4-BE49-F238E27FC236}">
                <a16:creationId xmlns:a16="http://schemas.microsoft.com/office/drawing/2014/main" id="{8704FCEF-7326-87AD-7CB0-C7921C024DD4}"/>
              </a:ext>
            </a:extLst>
          </p:cNvPr>
          <p:cNvPicPr>
            <a:picLocks noChangeAspect="1"/>
          </p:cNvPicPr>
          <p:nvPr/>
        </p:nvPicPr>
        <p:blipFill>
          <a:blip r:embed="rId41">
            <a:extLst>
              <a:ext uri="{96DAC541-7B7A-43D3-8B79-37D633B846F1}">
                <asvg:svgBlip xmlns:asvg="http://schemas.microsoft.com/office/drawing/2016/SVG/main" r:embed="rId42"/>
              </a:ext>
            </a:extLst>
          </a:blip>
          <a:srcRect l="4300" t="9832" r="9110" b="14915"/>
          <a:stretch>
            <a:fillRect/>
          </a:stretch>
        </p:blipFill>
        <p:spPr>
          <a:xfrm>
            <a:off x="1682465" y="5111683"/>
            <a:ext cx="1738720" cy="1079342"/>
          </a:xfrm>
          <a:prstGeom prst="rect">
            <a:avLst/>
          </a:prstGeom>
        </p:spPr>
      </p:pic>
      <p:pic>
        <p:nvPicPr>
          <p:cNvPr id="3100" name="Graphic 3099">
            <a:extLst>
              <a:ext uri="{FF2B5EF4-FFF2-40B4-BE49-F238E27FC236}">
                <a16:creationId xmlns:a16="http://schemas.microsoft.com/office/drawing/2014/main" id="{E52E3F36-41C4-7F59-F1C7-5A11A4DF489E}"/>
              </a:ext>
            </a:extLst>
          </p:cNvPr>
          <p:cNvPicPr>
            <a:picLocks noChangeAspect="1"/>
          </p:cNvPicPr>
          <p:nvPr/>
        </p:nvPicPr>
        <p:blipFill>
          <a:blip r:embed="rId43">
            <a:extLst>
              <a:ext uri="{96DAC541-7B7A-43D3-8B79-37D633B846F1}">
                <asvg:svgBlip xmlns:asvg="http://schemas.microsoft.com/office/drawing/2016/SVG/main" r:embed="rId44"/>
              </a:ext>
            </a:extLst>
          </a:blip>
          <a:srcRect l="14757" t="9910" r="10391" b="15525"/>
          <a:stretch>
            <a:fillRect/>
          </a:stretch>
        </p:blipFill>
        <p:spPr>
          <a:xfrm>
            <a:off x="3415150" y="5130458"/>
            <a:ext cx="1458620" cy="1037879"/>
          </a:xfrm>
          <a:prstGeom prst="rect">
            <a:avLst/>
          </a:prstGeom>
        </p:spPr>
      </p:pic>
      <p:pic>
        <p:nvPicPr>
          <p:cNvPr id="3103" name="Graphic 3102">
            <a:extLst>
              <a:ext uri="{FF2B5EF4-FFF2-40B4-BE49-F238E27FC236}">
                <a16:creationId xmlns:a16="http://schemas.microsoft.com/office/drawing/2014/main" id="{D128B326-24A0-B65C-AB18-7D09B16B0149}"/>
              </a:ext>
            </a:extLst>
          </p:cNvPr>
          <p:cNvPicPr>
            <a:picLocks noChangeAspect="1"/>
          </p:cNvPicPr>
          <p:nvPr/>
        </p:nvPicPr>
        <p:blipFill>
          <a:blip r:embed="rId45">
            <a:extLst>
              <a:ext uri="{96DAC541-7B7A-43D3-8B79-37D633B846F1}">
                <asvg:svgBlip xmlns:asvg="http://schemas.microsoft.com/office/drawing/2016/SVG/main" r:embed="rId46"/>
              </a:ext>
            </a:extLst>
          </a:blip>
          <a:srcRect l="10899" t="10717" r="7846" b="15177"/>
          <a:stretch>
            <a:fillRect/>
          </a:stretch>
        </p:blipFill>
        <p:spPr>
          <a:xfrm>
            <a:off x="4835891" y="5101160"/>
            <a:ext cx="1680937" cy="1095023"/>
          </a:xfrm>
          <a:prstGeom prst="rect">
            <a:avLst/>
          </a:prstGeom>
        </p:spPr>
      </p:pic>
      <p:pic>
        <p:nvPicPr>
          <p:cNvPr id="3107" name="Graphic 3106">
            <a:extLst>
              <a:ext uri="{FF2B5EF4-FFF2-40B4-BE49-F238E27FC236}">
                <a16:creationId xmlns:a16="http://schemas.microsoft.com/office/drawing/2014/main" id="{2C49ED7A-92CC-4AFB-3DEE-8673896E9EFE}"/>
              </a:ext>
            </a:extLst>
          </p:cNvPr>
          <p:cNvPicPr>
            <a:picLocks noChangeAspect="1"/>
          </p:cNvPicPr>
          <p:nvPr/>
        </p:nvPicPr>
        <p:blipFill>
          <a:blip r:embed="rId47">
            <a:extLst>
              <a:ext uri="{96DAC541-7B7A-43D3-8B79-37D633B846F1}">
                <asvg:svgBlip xmlns:asvg="http://schemas.microsoft.com/office/drawing/2016/SVG/main" r:embed="rId48"/>
              </a:ext>
            </a:extLst>
          </a:blip>
          <a:srcRect l="15938" t="10102" r="12680" b="15155"/>
          <a:stretch>
            <a:fillRect/>
          </a:stretch>
        </p:blipFill>
        <p:spPr>
          <a:xfrm>
            <a:off x="387353" y="6208009"/>
            <a:ext cx="1471686" cy="1100699"/>
          </a:xfrm>
          <a:prstGeom prst="rect">
            <a:avLst/>
          </a:prstGeom>
        </p:spPr>
      </p:pic>
      <p:pic>
        <p:nvPicPr>
          <p:cNvPr id="3111" name="Graphic 3110">
            <a:extLst>
              <a:ext uri="{FF2B5EF4-FFF2-40B4-BE49-F238E27FC236}">
                <a16:creationId xmlns:a16="http://schemas.microsoft.com/office/drawing/2014/main" id="{C257E62D-9F47-65B1-ECB4-63E4BD4049B2}"/>
              </a:ext>
            </a:extLst>
          </p:cNvPr>
          <p:cNvPicPr>
            <a:picLocks noChangeAspect="1"/>
          </p:cNvPicPr>
          <p:nvPr/>
        </p:nvPicPr>
        <p:blipFill>
          <a:blip r:embed="rId49">
            <a:extLst>
              <a:ext uri="{96DAC541-7B7A-43D3-8B79-37D633B846F1}">
                <asvg:svgBlip xmlns:asvg="http://schemas.microsoft.com/office/drawing/2016/SVG/main" r:embed="rId50"/>
              </a:ext>
            </a:extLst>
          </a:blip>
          <a:srcRect l="10899" t="11079" b="14712"/>
          <a:stretch>
            <a:fillRect/>
          </a:stretch>
        </p:blipFill>
        <p:spPr>
          <a:xfrm>
            <a:off x="1826312" y="6231009"/>
            <a:ext cx="1788654" cy="1064052"/>
          </a:xfrm>
          <a:prstGeom prst="rect">
            <a:avLst/>
          </a:prstGeom>
        </p:spPr>
      </p:pic>
      <p:pic>
        <p:nvPicPr>
          <p:cNvPr id="3115" name="Graphic 3114">
            <a:extLst>
              <a:ext uri="{FF2B5EF4-FFF2-40B4-BE49-F238E27FC236}">
                <a16:creationId xmlns:a16="http://schemas.microsoft.com/office/drawing/2014/main" id="{CD5F37A9-DCC5-3C5C-09A4-913DBE01BF36}"/>
              </a:ext>
            </a:extLst>
          </p:cNvPr>
          <p:cNvPicPr>
            <a:picLocks noChangeAspect="1"/>
          </p:cNvPicPr>
          <p:nvPr/>
        </p:nvPicPr>
        <p:blipFill>
          <a:blip r:embed="rId51">
            <a:extLst>
              <a:ext uri="{96DAC541-7B7A-43D3-8B79-37D633B846F1}">
                <asvg:svgBlip xmlns:asvg="http://schemas.microsoft.com/office/drawing/2016/SVG/main" r:embed="rId52"/>
              </a:ext>
            </a:extLst>
          </a:blip>
          <a:srcRect l="18921" t="9484" r="2574" b="15657"/>
          <a:stretch>
            <a:fillRect/>
          </a:stretch>
        </p:blipFill>
        <p:spPr>
          <a:xfrm>
            <a:off x="3469313" y="6198032"/>
            <a:ext cx="1607709" cy="1095024"/>
          </a:xfrm>
          <a:prstGeom prst="rect">
            <a:avLst/>
          </a:prstGeom>
        </p:spPr>
      </p:pic>
      <p:pic>
        <p:nvPicPr>
          <p:cNvPr id="3122" name="Graphic 3121">
            <a:extLst>
              <a:ext uri="{FF2B5EF4-FFF2-40B4-BE49-F238E27FC236}">
                <a16:creationId xmlns:a16="http://schemas.microsoft.com/office/drawing/2014/main" id="{D2C0D196-270A-F486-2835-073DCA59A1CC}"/>
              </a:ext>
            </a:extLst>
          </p:cNvPr>
          <p:cNvPicPr>
            <a:picLocks noChangeAspect="1"/>
          </p:cNvPicPr>
          <p:nvPr/>
        </p:nvPicPr>
        <p:blipFill>
          <a:blip r:embed="rId53">
            <a:extLst>
              <a:ext uri="{96DAC541-7B7A-43D3-8B79-37D633B846F1}">
                <asvg:svgBlip xmlns:asvg="http://schemas.microsoft.com/office/drawing/2016/SVG/main" r:embed="rId54"/>
              </a:ext>
            </a:extLst>
          </a:blip>
          <a:srcRect l="3600" t="10669" r="19507" b="14890"/>
          <a:stretch>
            <a:fillRect/>
          </a:stretch>
        </p:blipFill>
        <p:spPr>
          <a:xfrm>
            <a:off x="4683579" y="6214419"/>
            <a:ext cx="1594605" cy="1102700"/>
          </a:xfrm>
          <a:prstGeom prst="rect">
            <a:avLst/>
          </a:prstGeom>
        </p:spPr>
      </p:pic>
      <p:sp>
        <p:nvSpPr>
          <p:cNvPr id="57" name="TextBox 56">
            <a:extLst>
              <a:ext uri="{FF2B5EF4-FFF2-40B4-BE49-F238E27FC236}">
                <a16:creationId xmlns:a16="http://schemas.microsoft.com/office/drawing/2014/main" id="{22C18EBC-0E59-ED0F-2D8F-594EA1CD22F3}"/>
              </a:ext>
            </a:extLst>
          </p:cNvPr>
          <p:cNvSpPr txBox="1"/>
          <p:nvPr/>
        </p:nvSpPr>
        <p:spPr>
          <a:xfrm>
            <a:off x="96419" y="2918751"/>
            <a:ext cx="324128" cy="369332"/>
          </a:xfrm>
          <a:prstGeom prst="rect">
            <a:avLst/>
          </a:prstGeom>
          <a:noFill/>
        </p:spPr>
        <p:txBody>
          <a:bodyPr wrap="none" rtlCol="0">
            <a:spAutoFit/>
          </a:bodyPr>
          <a:lstStyle/>
          <a:p>
            <a:r>
              <a:rPr lang="en-US" dirty="0"/>
              <a:t>B</a:t>
            </a:r>
          </a:p>
        </p:txBody>
      </p:sp>
      <p:sp>
        <p:nvSpPr>
          <p:cNvPr id="3141" name="Rectangle 3140">
            <a:extLst>
              <a:ext uri="{FF2B5EF4-FFF2-40B4-BE49-F238E27FC236}">
                <a16:creationId xmlns:a16="http://schemas.microsoft.com/office/drawing/2014/main" id="{B3E149F8-A704-558A-5C01-AE951570F403}"/>
              </a:ext>
            </a:extLst>
          </p:cNvPr>
          <p:cNvSpPr/>
          <p:nvPr/>
        </p:nvSpPr>
        <p:spPr>
          <a:xfrm>
            <a:off x="177883" y="11355539"/>
            <a:ext cx="3735261" cy="162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Cluster 2: Neurological and </a:t>
            </a:r>
            <a:r>
              <a:rPr lang="en-US" sz="1100" dirty="0" err="1">
                <a:ln w="0"/>
                <a:solidFill>
                  <a:schemeClr val="tx1"/>
                </a:solidFill>
                <a:effectLst>
                  <a:outerShdw blurRad="38100" dist="19050" dir="2700000" algn="tl" rotWithShape="0">
                    <a:schemeClr val="dk1">
                      <a:alpha val="40000"/>
                    </a:schemeClr>
                  </a:outerShdw>
                </a:effectLst>
              </a:rPr>
              <a:t>musculo</a:t>
            </a:r>
            <a:r>
              <a:rPr lang="en-US" sz="1100" dirty="0">
                <a:ln w="0"/>
                <a:solidFill>
                  <a:schemeClr val="tx1"/>
                </a:solidFill>
                <a:effectLst>
                  <a:outerShdw blurRad="38100" dist="19050" dir="2700000" algn="tl" rotWithShape="0">
                    <a:schemeClr val="dk1">
                      <a:alpha val="40000"/>
                    </a:schemeClr>
                  </a:outerShdw>
                </a:effectLst>
              </a:rPr>
              <a:t>-skeletal problems</a:t>
            </a:r>
          </a:p>
        </p:txBody>
      </p:sp>
      <p:sp>
        <p:nvSpPr>
          <p:cNvPr id="3073" name="TextBox 3072">
            <a:extLst>
              <a:ext uri="{FF2B5EF4-FFF2-40B4-BE49-F238E27FC236}">
                <a16:creationId xmlns:a16="http://schemas.microsoft.com/office/drawing/2014/main" id="{DFACB51E-B52E-A749-8824-80BFAE14DD4C}"/>
              </a:ext>
            </a:extLst>
          </p:cNvPr>
          <p:cNvSpPr txBox="1"/>
          <p:nvPr/>
        </p:nvSpPr>
        <p:spPr>
          <a:xfrm>
            <a:off x="9398" y="11188126"/>
            <a:ext cx="312906" cy="369332"/>
          </a:xfrm>
          <a:prstGeom prst="rect">
            <a:avLst/>
          </a:prstGeom>
          <a:noFill/>
        </p:spPr>
        <p:txBody>
          <a:bodyPr wrap="none" rtlCol="0">
            <a:spAutoFit/>
          </a:bodyPr>
          <a:lstStyle/>
          <a:p>
            <a:r>
              <a:rPr lang="en-US" dirty="0"/>
              <a:t>E</a:t>
            </a:r>
          </a:p>
        </p:txBody>
      </p:sp>
      <p:sp>
        <p:nvSpPr>
          <p:cNvPr id="3142" name="Rectangle 3141">
            <a:extLst>
              <a:ext uri="{FF2B5EF4-FFF2-40B4-BE49-F238E27FC236}">
                <a16:creationId xmlns:a16="http://schemas.microsoft.com/office/drawing/2014/main" id="{ECE4CAFD-AC0B-A713-6867-9B74A674A715}"/>
              </a:ext>
            </a:extLst>
          </p:cNvPr>
          <p:cNvSpPr/>
          <p:nvPr/>
        </p:nvSpPr>
        <p:spPr>
          <a:xfrm>
            <a:off x="6553040" y="11372792"/>
            <a:ext cx="4467874" cy="162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Cluster 11: Pulmonary, neurological, and cardiovascular problems</a:t>
            </a:r>
          </a:p>
        </p:txBody>
      </p:sp>
      <p:sp>
        <p:nvSpPr>
          <p:cNvPr id="3143" name="Rectangle 3142">
            <a:extLst>
              <a:ext uri="{FF2B5EF4-FFF2-40B4-BE49-F238E27FC236}">
                <a16:creationId xmlns:a16="http://schemas.microsoft.com/office/drawing/2014/main" id="{05959830-BCFB-5DAF-0A48-CD613BE99B85}"/>
              </a:ext>
            </a:extLst>
          </p:cNvPr>
          <p:cNvSpPr/>
          <p:nvPr/>
        </p:nvSpPr>
        <p:spPr>
          <a:xfrm>
            <a:off x="1144515" y="13740802"/>
            <a:ext cx="4300105" cy="162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Cluster 12: Sensory, hormonal, and gastrointestinal problems</a:t>
            </a:r>
          </a:p>
        </p:txBody>
      </p:sp>
      <p:pic>
        <p:nvPicPr>
          <p:cNvPr id="15" name="Picture 14" descr="A close up of a chart&#10;&#10;AI-generated content may be incorrect.">
            <a:extLst>
              <a:ext uri="{FF2B5EF4-FFF2-40B4-BE49-F238E27FC236}">
                <a16:creationId xmlns:a16="http://schemas.microsoft.com/office/drawing/2014/main" id="{D4B4E776-4660-25F5-9DE4-E7C74B060514}"/>
              </a:ext>
            </a:extLst>
          </p:cNvPr>
          <p:cNvPicPr>
            <a:picLocks noChangeAspect="1"/>
          </p:cNvPicPr>
          <p:nvPr/>
        </p:nvPicPr>
        <p:blipFill>
          <a:blip r:embed="rId55">
            <a:extLst>
              <a:ext uri="{28A0092B-C50C-407E-A947-70E740481C1C}">
                <a14:useLocalDpi xmlns:a14="http://schemas.microsoft.com/office/drawing/2010/main" val="0"/>
              </a:ext>
            </a:extLst>
          </a:blip>
          <a:stretch>
            <a:fillRect/>
          </a:stretch>
        </p:blipFill>
        <p:spPr>
          <a:xfrm>
            <a:off x="161733" y="14284033"/>
            <a:ext cx="1147196" cy="734206"/>
          </a:xfrm>
          <a:prstGeom prst="rect">
            <a:avLst/>
          </a:prstGeom>
        </p:spPr>
      </p:pic>
      <p:sp>
        <p:nvSpPr>
          <p:cNvPr id="3152" name="Rectangle 3151">
            <a:extLst>
              <a:ext uri="{FF2B5EF4-FFF2-40B4-BE49-F238E27FC236}">
                <a16:creationId xmlns:a16="http://schemas.microsoft.com/office/drawing/2014/main" id="{E60FE135-F599-3B5A-8123-E8A53052625D}"/>
              </a:ext>
            </a:extLst>
          </p:cNvPr>
          <p:cNvSpPr/>
          <p:nvPr/>
        </p:nvSpPr>
        <p:spPr>
          <a:xfrm>
            <a:off x="3626250" y="11595816"/>
            <a:ext cx="223857" cy="19245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3" name="Rectangle 3152">
            <a:extLst>
              <a:ext uri="{FF2B5EF4-FFF2-40B4-BE49-F238E27FC236}">
                <a16:creationId xmlns:a16="http://schemas.microsoft.com/office/drawing/2014/main" id="{3942142C-D7A2-70E2-26B9-0339AEEF22A9}"/>
              </a:ext>
            </a:extLst>
          </p:cNvPr>
          <p:cNvSpPr/>
          <p:nvPr/>
        </p:nvSpPr>
        <p:spPr>
          <a:xfrm>
            <a:off x="12057650" y="11673210"/>
            <a:ext cx="223857" cy="19245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4" name="Rectangle 3153">
            <a:extLst>
              <a:ext uri="{FF2B5EF4-FFF2-40B4-BE49-F238E27FC236}">
                <a16:creationId xmlns:a16="http://schemas.microsoft.com/office/drawing/2014/main" id="{FEC795CA-4F94-8778-F34E-A879B243E6F3}"/>
              </a:ext>
            </a:extLst>
          </p:cNvPr>
          <p:cNvSpPr/>
          <p:nvPr/>
        </p:nvSpPr>
        <p:spPr>
          <a:xfrm>
            <a:off x="7678583" y="13988917"/>
            <a:ext cx="223857" cy="19245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5" name="Rectangle 3154">
            <a:extLst>
              <a:ext uri="{FF2B5EF4-FFF2-40B4-BE49-F238E27FC236}">
                <a16:creationId xmlns:a16="http://schemas.microsoft.com/office/drawing/2014/main" id="{082249DB-32FD-4768-0714-8D3B06409E0F}"/>
              </a:ext>
            </a:extLst>
          </p:cNvPr>
          <p:cNvSpPr/>
          <p:nvPr/>
        </p:nvSpPr>
        <p:spPr>
          <a:xfrm>
            <a:off x="11357810" y="13988917"/>
            <a:ext cx="223857" cy="19245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57" name="Picture 3156" descr="A screenshot of a computer&#10;&#10;AI-generated content may be incorrect.">
            <a:extLst>
              <a:ext uri="{FF2B5EF4-FFF2-40B4-BE49-F238E27FC236}">
                <a16:creationId xmlns:a16="http://schemas.microsoft.com/office/drawing/2014/main" id="{E3B796AF-821A-128F-0335-11A42EFDA90E}"/>
              </a:ext>
            </a:extLst>
          </p:cNvPr>
          <p:cNvPicPr>
            <a:picLocks noChangeAspect="1"/>
          </p:cNvPicPr>
          <p:nvPr/>
        </p:nvPicPr>
        <p:blipFill>
          <a:blip r:embed="rId56">
            <a:extLst>
              <a:ext uri="{28A0092B-C50C-407E-A947-70E740481C1C}">
                <a14:useLocalDpi xmlns:a14="http://schemas.microsoft.com/office/drawing/2010/main" val="0"/>
              </a:ext>
            </a:extLst>
          </a:blip>
          <a:srcRect l="14773" r="14122"/>
          <a:stretch>
            <a:fillRect/>
          </a:stretch>
        </p:blipFill>
        <p:spPr>
          <a:xfrm>
            <a:off x="10296989" y="445852"/>
            <a:ext cx="1870932" cy="1607514"/>
          </a:xfrm>
          <a:prstGeom prst="rect">
            <a:avLst/>
          </a:prstGeom>
        </p:spPr>
      </p:pic>
      <p:pic>
        <p:nvPicPr>
          <p:cNvPr id="3159" name="Graphic 3158">
            <a:extLst>
              <a:ext uri="{FF2B5EF4-FFF2-40B4-BE49-F238E27FC236}">
                <a16:creationId xmlns:a16="http://schemas.microsoft.com/office/drawing/2014/main" id="{1828151D-556F-A3BA-24C2-970090AB1A8F}"/>
              </a:ext>
            </a:extLst>
          </p:cNvPr>
          <p:cNvPicPr>
            <a:picLocks noChangeAspect="1"/>
          </p:cNvPicPr>
          <p:nvPr/>
        </p:nvPicPr>
        <p:blipFill>
          <a:blip r:embed="rId57">
            <a:extLst>
              <a:ext uri="{96DAC541-7B7A-43D3-8B79-37D633B846F1}">
                <asvg:svgBlip xmlns:asvg="http://schemas.microsoft.com/office/drawing/2016/SVG/main" r:embed="rId58"/>
              </a:ext>
            </a:extLst>
          </a:blip>
          <a:srcRect l="34903" t="35154" r="33883" b="35198"/>
          <a:stretch>
            <a:fillRect/>
          </a:stretch>
        </p:blipFill>
        <p:spPr>
          <a:xfrm>
            <a:off x="6259595" y="3823737"/>
            <a:ext cx="894513" cy="439393"/>
          </a:xfrm>
          <a:prstGeom prst="rect">
            <a:avLst/>
          </a:prstGeom>
        </p:spPr>
      </p:pic>
    </p:spTree>
    <p:extLst>
      <p:ext uri="{BB962C8B-B14F-4D97-AF65-F5344CB8AC3E}">
        <p14:creationId xmlns:p14="http://schemas.microsoft.com/office/powerpoint/2010/main" val="415774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CEC05C4D-3529-CDE9-3F25-ED9341082D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62670" y="2477024"/>
            <a:ext cx="3493117" cy="2459813"/>
          </a:xfrm>
          <a:prstGeom prst="rect">
            <a:avLst/>
          </a:prstGeom>
        </p:spPr>
      </p:pic>
      <p:pic>
        <p:nvPicPr>
          <p:cNvPr id="48" name="Graphic 47">
            <a:extLst>
              <a:ext uri="{FF2B5EF4-FFF2-40B4-BE49-F238E27FC236}">
                <a16:creationId xmlns:a16="http://schemas.microsoft.com/office/drawing/2014/main" id="{FB874896-AD77-0593-85F1-A88AB8DCCF42}"/>
              </a:ext>
            </a:extLst>
          </p:cNvPr>
          <p:cNvPicPr>
            <a:picLocks noChangeAspect="1"/>
          </p:cNvPicPr>
          <p:nvPr/>
        </p:nvPicPr>
        <p:blipFill>
          <a:blip r:embed="rId5">
            <a:extLst>
              <a:ext uri="{96DAC541-7B7A-43D3-8B79-37D633B846F1}">
                <asvg:svgBlip xmlns:asvg="http://schemas.microsoft.com/office/drawing/2016/SVG/main" r:embed="rId6"/>
              </a:ext>
            </a:extLst>
          </a:blip>
          <a:srcRect t="16490" r="19810" b="15774"/>
          <a:stretch>
            <a:fillRect/>
          </a:stretch>
        </p:blipFill>
        <p:spPr>
          <a:xfrm>
            <a:off x="5093186" y="5849678"/>
            <a:ext cx="2898085" cy="1748567"/>
          </a:xfrm>
          <a:prstGeom prst="rect">
            <a:avLst/>
          </a:prstGeom>
        </p:spPr>
      </p:pic>
      <p:pic>
        <p:nvPicPr>
          <p:cNvPr id="50" name="Graphic 49">
            <a:extLst>
              <a:ext uri="{FF2B5EF4-FFF2-40B4-BE49-F238E27FC236}">
                <a16:creationId xmlns:a16="http://schemas.microsoft.com/office/drawing/2014/main" id="{77A2D8B0-D784-333C-0DA5-B898359565A3}"/>
              </a:ext>
            </a:extLst>
          </p:cNvPr>
          <p:cNvPicPr>
            <a:picLocks noChangeAspect="1"/>
          </p:cNvPicPr>
          <p:nvPr/>
        </p:nvPicPr>
        <p:blipFill>
          <a:blip r:embed="rId7">
            <a:extLst>
              <a:ext uri="{96DAC541-7B7A-43D3-8B79-37D633B846F1}">
                <asvg:svgBlip xmlns:asvg="http://schemas.microsoft.com/office/drawing/2016/SVG/main" r:embed="rId8"/>
              </a:ext>
            </a:extLst>
          </a:blip>
          <a:srcRect t="18877" r="19903" b="14884"/>
          <a:stretch>
            <a:fillRect/>
          </a:stretch>
        </p:blipFill>
        <p:spPr>
          <a:xfrm>
            <a:off x="8908517" y="4944448"/>
            <a:ext cx="1936311" cy="1143778"/>
          </a:xfrm>
          <a:prstGeom prst="rect">
            <a:avLst/>
          </a:prstGeom>
        </p:spPr>
      </p:pic>
      <p:pic>
        <p:nvPicPr>
          <p:cNvPr id="52" name="Picture 51" descr="A graph of different colored bars&#10;&#10;AI-generated content may be incorrect.">
            <a:extLst>
              <a:ext uri="{FF2B5EF4-FFF2-40B4-BE49-F238E27FC236}">
                <a16:creationId xmlns:a16="http://schemas.microsoft.com/office/drawing/2014/main" id="{603ED08E-BAD2-7854-137A-FF8D83BDC4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268455" y="6134932"/>
            <a:ext cx="2922847" cy="1812905"/>
          </a:xfrm>
          <a:prstGeom prst="rect">
            <a:avLst/>
          </a:prstGeom>
        </p:spPr>
      </p:pic>
      <p:pic>
        <p:nvPicPr>
          <p:cNvPr id="40" name="Picture 39" descr="A graph of a number of data&#10;&#10;AI-generated content may be incorrect.">
            <a:extLst>
              <a:ext uri="{FF2B5EF4-FFF2-40B4-BE49-F238E27FC236}">
                <a16:creationId xmlns:a16="http://schemas.microsoft.com/office/drawing/2014/main" id="{6AE0B0AD-7DCA-F4DA-493D-7743E58081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0461" y="5197576"/>
            <a:ext cx="4687576" cy="2833863"/>
          </a:xfrm>
          <a:prstGeom prst="rect">
            <a:avLst/>
          </a:prstGeom>
        </p:spPr>
      </p:pic>
      <p:pic>
        <p:nvPicPr>
          <p:cNvPr id="12" name="Picture 11" descr="A screen shot of a computer screen&#10;&#10;AI-generated content may be incorrect.">
            <a:extLst>
              <a:ext uri="{FF2B5EF4-FFF2-40B4-BE49-F238E27FC236}">
                <a16:creationId xmlns:a16="http://schemas.microsoft.com/office/drawing/2014/main" id="{0792C2E2-C2A2-893E-FF6E-71B53F3E4D1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3411" y="47105"/>
            <a:ext cx="4994311" cy="5158181"/>
          </a:xfrm>
          <a:prstGeom prst="rect">
            <a:avLst/>
          </a:prstGeom>
        </p:spPr>
      </p:pic>
      <p:pic>
        <p:nvPicPr>
          <p:cNvPr id="33" name="Picture 32" descr="A screenshot of a graph&#10;&#10;AI-generated content may be incorrect.">
            <a:extLst>
              <a:ext uri="{FF2B5EF4-FFF2-40B4-BE49-F238E27FC236}">
                <a16:creationId xmlns:a16="http://schemas.microsoft.com/office/drawing/2014/main" id="{B3502058-F2A5-33B9-0213-BD2F424F886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14242" y="136085"/>
            <a:ext cx="3555428" cy="2320868"/>
          </a:xfrm>
          <a:prstGeom prst="rect">
            <a:avLst/>
          </a:prstGeom>
        </p:spPr>
      </p:pic>
      <p:graphicFrame>
        <p:nvGraphicFramePr>
          <p:cNvPr id="22" name="Table 21">
            <a:extLst>
              <a:ext uri="{FF2B5EF4-FFF2-40B4-BE49-F238E27FC236}">
                <a16:creationId xmlns:a16="http://schemas.microsoft.com/office/drawing/2014/main" id="{1F7F774E-C832-0321-66BE-11514B965905}"/>
              </a:ext>
            </a:extLst>
          </p:cNvPr>
          <p:cNvGraphicFramePr>
            <a:graphicFrameLocks noGrp="1"/>
          </p:cNvGraphicFramePr>
          <p:nvPr>
            <p:extLst>
              <p:ext uri="{D42A27DB-BD31-4B8C-83A1-F6EECF244321}">
                <p14:modId xmlns:p14="http://schemas.microsoft.com/office/powerpoint/2010/main" val="2387718003"/>
              </p:ext>
            </p:extLst>
          </p:nvPr>
        </p:nvGraphicFramePr>
        <p:xfrm>
          <a:off x="16821286" y="5659652"/>
          <a:ext cx="1291392" cy="2194560"/>
        </p:xfrm>
        <a:graphic>
          <a:graphicData uri="http://schemas.openxmlformats.org/drawingml/2006/table">
            <a:tbl>
              <a:tblPr>
                <a:tableStyleId>{073A0DAA-6AF3-43AB-8588-CEC1D06C72B9}</a:tableStyleId>
              </a:tblPr>
              <a:tblGrid>
                <a:gridCol w="645696">
                  <a:extLst>
                    <a:ext uri="{9D8B030D-6E8A-4147-A177-3AD203B41FA5}">
                      <a16:colId xmlns:a16="http://schemas.microsoft.com/office/drawing/2014/main" val="2564542787"/>
                    </a:ext>
                  </a:extLst>
                </a:gridCol>
                <a:gridCol w="645696">
                  <a:extLst>
                    <a:ext uri="{9D8B030D-6E8A-4147-A177-3AD203B41FA5}">
                      <a16:colId xmlns:a16="http://schemas.microsoft.com/office/drawing/2014/main" val="3919806456"/>
                    </a:ext>
                  </a:extLst>
                </a:gridCol>
              </a:tblGrid>
              <a:tr h="0">
                <a:tc gridSpan="2">
                  <a:txBody>
                    <a:bodyPr/>
                    <a:lstStyle/>
                    <a:p>
                      <a:pPr algn="ctr"/>
                      <a:r>
                        <a:rPr lang="en-US" sz="800" b="1" dirty="0"/>
                        <a:t>Number of Emory Patients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1725227"/>
                  </a:ext>
                </a:extLst>
              </a:tr>
              <a:tr h="121920">
                <a:tc>
                  <a:txBody>
                    <a:bodyPr/>
                    <a:lstStyle/>
                    <a:p>
                      <a:pPr algn="ctr"/>
                      <a:r>
                        <a:rPr lang="en-US" sz="800" dirty="0"/>
                        <a:t>C1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35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921084"/>
                  </a:ext>
                </a:extLst>
              </a:tr>
              <a:tr h="121920">
                <a:tc>
                  <a:txBody>
                    <a:bodyPr/>
                    <a:lstStyle/>
                    <a:p>
                      <a:pPr algn="ctr"/>
                      <a:r>
                        <a:rPr lang="en-US" sz="800" dirty="0"/>
                        <a:t>C2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7329454"/>
                  </a:ext>
                </a:extLst>
              </a:tr>
              <a:tr h="121920">
                <a:tc>
                  <a:txBody>
                    <a:bodyPr/>
                    <a:lstStyle/>
                    <a:p>
                      <a:pPr algn="ctr"/>
                      <a:r>
                        <a:rPr lang="en-US" sz="800" dirty="0"/>
                        <a:t>C3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5636726"/>
                  </a:ext>
                </a:extLst>
              </a:tr>
              <a:tr h="121920">
                <a:tc>
                  <a:txBody>
                    <a:bodyPr/>
                    <a:lstStyle/>
                    <a:p>
                      <a:pPr algn="ctr"/>
                      <a:r>
                        <a:rPr lang="en-US" sz="800" dirty="0"/>
                        <a:t>C4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447104"/>
                  </a:ext>
                </a:extLst>
              </a:tr>
              <a:tr h="121920">
                <a:tc>
                  <a:txBody>
                    <a:bodyPr/>
                    <a:lstStyle/>
                    <a:p>
                      <a:pPr algn="ctr"/>
                      <a:r>
                        <a:rPr lang="en-US" sz="800" dirty="0"/>
                        <a:t>C5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885662"/>
                  </a:ext>
                </a:extLst>
              </a:tr>
              <a:tr h="121920">
                <a:tc>
                  <a:txBody>
                    <a:bodyPr/>
                    <a:lstStyle/>
                    <a:p>
                      <a:pPr algn="ctr"/>
                      <a:r>
                        <a:rPr lang="en-US" sz="800" dirty="0"/>
                        <a:t>C6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1195580"/>
                  </a:ext>
                </a:extLst>
              </a:tr>
              <a:tr h="121920">
                <a:tc>
                  <a:txBody>
                    <a:bodyPr/>
                    <a:lstStyle/>
                    <a:p>
                      <a:pPr algn="ctr"/>
                      <a:r>
                        <a:rPr lang="en-US" sz="800" dirty="0"/>
                        <a:t>C7</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585274"/>
                  </a:ext>
                </a:extLst>
              </a:tr>
              <a:tr h="121920">
                <a:tc>
                  <a:txBody>
                    <a:bodyPr/>
                    <a:lstStyle/>
                    <a:p>
                      <a:pPr algn="ctr"/>
                      <a:r>
                        <a:rPr lang="en-US" sz="800" dirty="0"/>
                        <a:t>C8</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9089382"/>
                  </a:ext>
                </a:extLst>
              </a:tr>
              <a:tr h="121920">
                <a:tc>
                  <a:txBody>
                    <a:bodyPr/>
                    <a:lstStyle/>
                    <a:p>
                      <a:pPr algn="ctr"/>
                      <a:r>
                        <a:rPr lang="en-US" sz="800" dirty="0"/>
                        <a:t>C9</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600542"/>
                  </a:ext>
                </a:extLst>
              </a:tr>
              <a:tr h="121920">
                <a:tc>
                  <a:txBody>
                    <a:bodyPr/>
                    <a:lstStyle/>
                    <a:p>
                      <a:pPr algn="ctr"/>
                      <a:r>
                        <a:rPr lang="en-US" sz="800" dirty="0"/>
                        <a:t>C10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941452"/>
                  </a:ext>
                </a:extLst>
              </a:tr>
              <a:tr h="121920">
                <a:tc>
                  <a:txBody>
                    <a:bodyPr/>
                    <a:lstStyle/>
                    <a:p>
                      <a:pPr algn="ctr"/>
                      <a:r>
                        <a:rPr lang="en-US" sz="800" dirty="0"/>
                        <a:t>C11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638090"/>
                  </a:ext>
                </a:extLst>
              </a:tr>
              <a:tr h="121920">
                <a:tc>
                  <a:txBody>
                    <a:bodyPr/>
                    <a:lstStyle/>
                    <a:p>
                      <a:pPr algn="ctr"/>
                      <a:r>
                        <a:rPr lang="en-US" sz="800" dirty="0"/>
                        <a:t>C12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470635"/>
                  </a:ext>
                </a:extLst>
              </a:tr>
              <a:tr h="121920">
                <a:tc>
                  <a:txBody>
                    <a:bodyPr/>
                    <a:lstStyle/>
                    <a:p>
                      <a:pPr algn="ctr"/>
                      <a:r>
                        <a:rPr lang="en-US" sz="800" dirty="0"/>
                        <a:t>C13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0456845"/>
                  </a:ext>
                </a:extLst>
              </a:tr>
              <a:tr h="121920">
                <a:tc>
                  <a:txBody>
                    <a:bodyPr/>
                    <a:lstStyle/>
                    <a:p>
                      <a:pPr algn="ctr"/>
                      <a:r>
                        <a:rPr lang="en-US" sz="800" dirty="0"/>
                        <a:t>C14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197951"/>
                  </a:ext>
                </a:extLst>
              </a:tr>
              <a:tr h="121920">
                <a:tc>
                  <a:txBody>
                    <a:bodyPr/>
                    <a:lstStyle/>
                    <a:p>
                      <a:pPr algn="ctr"/>
                      <a:r>
                        <a:rPr lang="en-US" sz="800" dirty="0"/>
                        <a:t>C15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675537"/>
                  </a:ext>
                </a:extLst>
              </a:tr>
              <a:tr h="121920">
                <a:tc>
                  <a:txBody>
                    <a:bodyPr/>
                    <a:lstStyle/>
                    <a:p>
                      <a:pPr algn="ctr"/>
                      <a:r>
                        <a:rPr lang="en-US" sz="800" dirty="0"/>
                        <a:t>C16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830510"/>
                  </a:ext>
                </a:extLst>
              </a:tr>
              <a:tr h="121920">
                <a:tc>
                  <a:txBody>
                    <a:bodyPr/>
                    <a:lstStyle/>
                    <a:p>
                      <a:pPr algn="ctr"/>
                      <a:r>
                        <a:rPr lang="en-US" sz="800" dirty="0"/>
                        <a:t>Total</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dirty="0"/>
                        <a:t>60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484822"/>
                  </a:ext>
                </a:extLst>
              </a:tr>
            </a:tbl>
          </a:graphicData>
        </a:graphic>
      </p:graphicFrame>
      <p:sp>
        <p:nvSpPr>
          <p:cNvPr id="6" name="TextBox 5">
            <a:extLst>
              <a:ext uri="{FF2B5EF4-FFF2-40B4-BE49-F238E27FC236}">
                <a16:creationId xmlns:a16="http://schemas.microsoft.com/office/drawing/2014/main" id="{848C27A7-B841-E129-094E-6A756BB50605}"/>
              </a:ext>
            </a:extLst>
          </p:cNvPr>
          <p:cNvSpPr txBox="1"/>
          <p:nvPr/>
        </p:nvSpPr>
        <p:spPr>
          <a:xfrm>
            <a:off x="0" y="102211"/>
            <a:ext cx="320922" cy="369332"/>
          </a:xfrm>
          <a:prstGeom prst="rect">
            <a:avLst/>
          </a:prstGeom>
          <a:noFill/>
        </p:spPr>
        <p:txBody>
          <a:bodyPr wrap="none" rtlCol="0">
            <a:spAutoFit/>
          </a:bodyPr>
          <a:lstStyle/>
          <a:p>
            <a:r>
              <a:rPr lang="en-US" dirty="0"/>
              <a:t>A</a:t>
            </a:r>
          </a:p>
        </p:txBody>
      </p:sp>
      <p:pic>
        <p:nvPicPr>
          <p:cNvPr id="11" name="Picture 10" descr="A graph of a function&#10;&#10;AI-generated content may be incorrect.">
            <a:extLst>
              <a:ext uri="{FF2B5EF4-FFF2-40B4-BE49-F238E27FC236}">
                <a16:creationId xmlns:a16="http://schemas.microsoft.com/office/drawing/2014/main" id="{F40AD039-C8E1-2039-2AC9-CEA45356440C}"/>
              </a:ext>
            </a:extLst>
          </p:cNvPr>
          <p:cNvPicPr>
            <a:picLocks noChangeAspect="1"/>
          </p:cNvPicPr>
          <p:nvPr/>
        </p:nvPicPr>
        <p:blipFill>
          <a:blip r:embed="rId13">
            <a:extLst>
              <a:ext uri="{28A0092B-C50C-407E-A947-70E740481C1C}">
                <a14:useLocalDpi xmlns:a14="http://schemas.microsoft.com/office/drawing/2010/main" val="0"/>
              </a:ext>
            </a:extLst>
          </a:blip>
          <a:srcRect t="2955" r="20833" b="13309"/>
          <a:stretch>
            <a:fillRect/>
          </a:stretch>
        </p:blipFill>
        <p:spPr>
          <a:xfrm>
            <a:off x="8715169" y="130762"/>
            <a:ext cx="2476133" cy="2253033"/>
          </a:xfrm>
          <a:prstGeom prst="rect">
            <a:avLst/>
          </a:prstGeom>
        </p:spPr>
      </p:pic>
      <p:pic>
        <p:nvPicPr>
          <p:cNvPr id="13" name="Picture 12" descr="A graph of a function&#10;&#10;AI-generated content may be incorrect.">
            <a:extLst>
              <a:ext uri="{FF2B5EF4-FFF2-40B4-BE49-F238E27FC236}">
                <a16:creationId xmlns:a16="http://schemas.microsoft.com/office/drawing/2014/main" id="{F7770CE7-F2CB-0759-7005-D619A242574B}"/>
              </a:ext>
            </a:extLst>
          </p:cNvPr>
          <p:cNvPicPr>
            <a:picLocks noChangeAspect="1"/>
          </p:cNvPicPr>
          <p:nvPr/>
        </p:nvPicPr>
        <p:blipFill>
          <a:blip r:embed="rId14">
            <a:extLst>
              <a:ext uri="{28A0092B-C50C-407E-A947-70E740481C1C}">
                <a14:useLocalDpi xmlns:a14="http://schemas.microsoft.com/office/drawing/2010/main" val="0"/>
              </a:ext>
            </a:extLst>
          </a:blip>
          <a:srcRect t="2255" r="20727" b="12434"/>
          <a:stretch>
            <a:fillRect/>
          </a:stretch>
        </p:blipFill>
        <p:spPr>
          <a:xfrm>
            <a:off x="8721783" y="2539285"/>
            <a:ext cx="2462198" cy="2276833"/>
          </a:xfrm>
          <a:prstGeom prst="rect">
            <a:avLst/>
          </a:prstGeom>
        </p:spPr>
      </p:pic>
      <p:sp>
        <p:nvSpPr>
          <p:cNvPr id="14" name="TextBox 13">
            <a:extLst>
              <a:ext uri="{FF2B5EF4-FFF2-40B4-BE49-F238E27FC236}">
                <a16:creationId xmlns:a16="http://schemas.microsoft.com/office/drawing/2014/main" id="{A92FB0CF-91B1-8299-CD1E-EE9297D53F87}"/>
              </a:ext>
            </a:extLst>
          </p:cNvPr>
          <p:cNvSpPr txBox="1"/>
          <p:nvPr/>
        </p:nvSpPr>
        <p:spPr>
          <a:xfrm>
            <a:off x="8611842" y="130761"/>
            <a:ext cx="343364" cy="369332"/>
          </a:xfrm>
          <a:prstGeom prst="rect">
            <a:avLst/>
          </a:prstGeom>
          <a:noFill/>
        </p:spPr>
        <p:txBody>
          <a:bodyPr wrap="none" rtlCol="0">
            <a:spAutoFit/>
          </a:bodyPr>
          <a:lstStyle/>
          <a:p>
            <a:r>
              <a:rPr lang="en-US" dirty="0"/>
              <a:t>D</a:t>
            </a:r>
          </a:p>
        </p:txBody>
      </p:sp>
      <p:sp>
        <p:nvSpPr>
          <p:cNvPr id="15" name="TextBox 14">
            <a:extLst>
              <a:ext uri="{FF2B5EF4-FFF2-40B4-BE49-F238E27FC236}">
                <a16:creationId xmlns:a16="http://schemas.microsoft.com/office/drawing/2014/main" id="{AEC3A5E3-CDAB-710F-30CE-FCC1935CF5CD}"/>
              </a:ext>
            </a:extLst>
          </p:cNvPr>
          <p:cNvSpPr txBox="1"/>
          <p:nvPr/>
        </p:nvSpPr>
        <p:spPr>
          <a:xfrm>
            <a:off x="8595611" y="2518967"/>
            <a:ext cx="312906" cy="369332"/>
          </a:xfrm>
          <a:prstGeom prst="rect">
            <a:avLst/>
          </a:prstGeom>
          <a:noFill/>
        </p:spPr>
        <p:txBody>
          <a:bodyPr wrap="none" rtlCol="0">
            <a:spAutoFit/>
          </a:bodyPr>
          <a:lstStyle/>
          <a:p>
            <a:r>
              <a:rPr lang="en-US" dirty="0"/>
              <a:t>E</a:t>
            </a:r>
          </a:p>
        </p:txBody>
      </p:sp>
      <p:sp>
        <p:nvSpPr>
          <p:cNvPr id="26" name="TextBox 25">
            <a:extLst>
              <a:ext uri="{FF2B5EF4-FFF2-40B4-BE49-F238E27FC236}">
                <a16:creationId xmlns:a16="http://schemas.microsoft.com/office/drawing/2014/main" id="{B4581211-6EAC-4B47-48A7-7A3787B75746}"/>
              </a:ext>
            </a:extLst>
          </p:cNvPr>
          <p:cNvSpPr txBox="1"/>
          <p:nvPr/>
        </p:nvSpPr>
        <p:spPr>
          <a:xfrm>
            <a:off x="-11868" y="-2039046"/>
            <a:ext cx="963534" cy="2031325"/>
          </a:xfrm>
          <a:prstGeom prst="rect">
            <a:avLst/>
          </a:prstGeom>
          <a:noFill/>
        </p:spPr>
        <p:txBody>
          <a:bodyPr wrap="none" rtlCol="0">
            <a:spAutoFit/>
          </a:bodyPr>
          <a:lstStyle/>
          <a:p>
            <a:r>
              <a:rPr lang="en-US" dirty="0"/>
              <a:t>Figure 2</a:t>
            </a:r>
          </a:p>
          <a:p>
            <a:endParaRPr lang="en-US" dirty="0"/>
          </a:p>
          <a:p>
            <a:endParaRPr lang="en-US" dirty="0"/>
          </a:p>
          <a:p>
            <a:endParaRPr lang="en-US" dirty="0"/>
          </a:p>
          <a:p>
            <a:endParaRPr lang="en-US" dirty="0"/>
          </a:p>
          <a:p>
            <a:endParaRPr lang="en-US" dirty="0"/>
          </a:p>
          <a:p>
            <a:endParaRPr lang="en-US" dirty="0"/>
          </a:p>
        </p:txBody>
      </p:sp>
      <p:sp>
        <p:nvSpPr>
          <p:cNvPr id="28" name="TextBox 27">
            <a:extLst>
              <a:ext uri="{FF2B5EF4-FFF2-40B4-BE49-F238E27FC236}">
                <a16:creationId xmlns:a16="http://schemas.microsoft.com/office/drawing/2014/main" id="{92DF1877-A51D-DE82-620F-0735750607C3}"/>
              </a:ext>
            </a:extLst>
          </p:cNvPr>
          <p:cNvSpPr txBox="1"/>
          <p:nvPr/>
        </p:nvSpPr>
        <p:spPr>
          <a:xfrm>
            <a:off x="-15545" y="13716001"/>
            <a:ext cx="963534" cy="2031325"/>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r>
              <a:rPr lang="en-US" dirty="0"/>
              <a:t>Figure 2</a:t>
            </a:r>
          </a:p>
        </p:txBody>
      </p:sp>
      <p:sp>
        <p:nvSpPr>
          <p:cNvPr id="10" name="TextBox 9">
            <a:extLst>
              <a:ext uri="{FF2B5EF4-FFF2-40B4-BE49-F238E27FC236}">
                <a16:creationId xmlns:a16="http://schemas.microsoft.com/office/drawing/2014/main" id="{1BE9A764-36F5-30CB-8A53-5266CE26E38B}"/>
              </a:ext>
            </a:extLst>
          </p:cNvPr>
          <p:cNvSpPr txBox="1"/>
          <p:nvPr/>
        </p:nvSpPr>
        <p:spPr>
          <a:xfrm>
            <a:off x="4891935" y="2440064"/>
            <a:ext cx="344966" cy="369332"/>
          </a:xfrm>
          <a:prstGeom prst="rect">
            <a:avLst/>
          </a:prstGeom>
          <a:noFill/>
        </p:spPr>
        <p:txBody>
          <a:bodyPr wrap="none" rtlCol="0">
            <a:spAutoFit/>
          </a:bodyPr>
          <a:lstStyle/>
          <a:p>
            <a:r>
              <a:rPr lang="en-US" dirty="0"/>
              <a:t>C</a:t>
            </a:r>
          </a:p>
        </p:txBody>
      </p:sp>
      <p:pic>
        <p:nvPicPr>
          <p:cNvPr id="3" name="Picture 2" descr="A close-up of a graph&#10;&#10;AI-generated content may be incorrect.">
            <a:extLst>
              <a:ext uri="{FF2B5EF4-FFF2-40B4-BE49-F238E27FC236}">
                <a16:creationId xmlns:a16="http://schemas.microsoft.com/office/drawing/2014/main" id="{57431D65-FC8C-47F2-62BF-0695859831AE}"/>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1887199" y="288824"/>
            <a:ext cx="6400800" cy="4980940"/>
          </a:xfrm>
          <a:prstGeom prst="rect">
            <a:avLst/>
          </a:prstGeom>
          <a:noFill/>
          <a:ln>
            <a:noFill/>
          </a:ln>
        </p:spPr>
      </p:pic>
      <p:sp>
        <p:nvSpPr>
          <p:cNvPr id="38" name="TextBox 37">
            <a:extLst>
              <a:ext uri="{FF2B5EF4-FFF2-40B4-BE49-F238E27FC236}">
                <a16:creationId xmlns:a16="http://schemas.microsoft.com/office/drawing/2014/main" id="{334E3AFC-14CB-15F7-4434-88AB511C4586}"/>
              </a:ext>
            </a:extLst>
          </p:cNvPr>
          <p:cNvSpPr txBox="1"/>
          <p:nvPr/>
        </p:nvSpPr>
        <p:spPr>
          <a:xfrm>
            <a:off x="70213" y="5276717"/>
            <a:ext cx="306494" cy="369332"/>
          </a:xfrm>
          <a:prstGeom prst="rect">
            <a:avLst/>
          </a:prstGeom>
          <a:noFill/>
        </p:spPr>
        <p:txBody>
          <a:bodyPr wrap="none" rtlCol="0">
            <a:spAutoFit/>
          </a:bodyPr>
          <a:lstStyle/>
          <a:p>
            <a:r>
              <a:rPr lang="en-US" dirty="0"/>
              <a:t>F</a:t>
            </a:r>
          </a:p>
        </p:txBody>
      </p:sp>
      <p:sp>
        <p:nvSpPr>
          <p:cNvPr id="43" name="Rectangle 42">
            <a:extLst>
              <a:ext uri="{FF2B5EF4-FFF2-40B4-BE49-F238E27FC236}">
                <a16:creationId xmlns:a16="http://schemas.microsoft.com/office/drawing/2014/main" id="{EF302609-070E-D90F-6CB5-3E3D80D785ED}"/>
              </a:ext>
            </a:extLst>
          </p:cNvPr>
          <p:cNvSpPr/>
          <p:nvPr/>
        </p:nvSpPr>
        <p:spPr>
          <a:xfrm>
            <a:off x="5215772" y="5431163"/>
            <a:ext cx="3735261" cy="162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Cluster 14 (mostly females): temperature regulation, hormone, neurological, and sensory problems</a:t>
            </a:r>
          </a:p>
        </p:txBody>
      </p:sp>
      <p:sp>
        <p:nvSpPr>
          <p:cNvPr id="45" name="Rectangle 44">
            <a:extLst>
              <a:ext uri="{FF2B5EF4-FFF2-40B4-BE49-F238E27FC236}">
                <a16:creationId xmlns:a16="http://schemas.microsoft.com/office/drawing/2014/main" id="{57B7262D-661E-A954-353B-31E50D5D239A}"/>
              </a:ext>
            </a:extLst>
          </p:cNvPr>
          <p:cNvSpPr/>
          <p:nvPr/>
        </p:nvSpPr>
        <p:spPr>
          <a:xfrm>
            <a:off x="10651772" y="6289482"/>
            <a:ext cx="201007" cy="161539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3EFDB6CA-4C59-8128-1000-7B16DFBABEEE}"/>
              </a:ext>
            </a:extLst>
          </p:cNvPr>
          <p:cNvSpPr txBox="1"/>
          <p:nvPr/>
        </p:nvSpPr>
        <p:spPr>
          <a:xfrm>
            <a:off x="4988584" y="5230658"/>
            <a:ext cx="348172" cy="369332"/>
          </a:xfrm>
          <a:prstGeom prst="rect">
            <a:avLst/>
          </a:prstGeom>
          <a:noFill/>
        </p:spPr>
        <p:txBody>
          <a:bodyPr wrap="none" rtlCol="0">
            <a:spAutoFit/>
          </a:bodyPr>
          <a:lstStyle/>
          <a:p>
            <a:r>
              <a:rPr lang="en-US" dirty="0"/>
              <a:t>G</a:t>
            </a:r>
          </a:p>
        </p:txBody>
      </p:sp>
      <p:pic>
        <p:nvPicPr>
          <p:cNvPr id="54" name="Graphic 53">
            <a:extLst>
              <a:ext uri="{FF2B5EF4-FFF2-40B4-BE49-F238E27FC236}">
                <a16:creationId xmlns:a16="http://schemas.microsoft.com/office/drawing/2014/main" id="{AC902477-CAB0-06CD-1EC5-E3F76B032C6A}"/>
              </a:ext>
            </a:extLst>
          </p:cNvPr>
          <p:cNvPicPr>
            <a:picLocks noChangeAspect="1"/>
          </p:cNvPicPr>
          <p:nvPr/>
        </p:nvPicPr>
        <p:blipFill>
          <a:blip r:embed="rId16">
            <a:extLst>
              <a:ext uri="{96DAC541-7B7A-43D3-8B79-37D633B846F1}">
                <asvg:svgBlip xmlns:asvg="http://schemas.microsoft.com/office/drawing/2016/SVG/main" r:embed="rId17"/>
              </a:ext>
            </a:extLst>
          </a:blip>
          <a:srcRect l="31524" t="29628" r="30119" b="29481"/>
          <a:stretch>
            <a:fillRect/>
          </a:stretch>
        </p:blipFill>
        <p:spPr>
          <a:xfrm>
            <a:off x="5592776" y="2704353"/>
            <a:ext cx="727371" cy="401023"/>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9DB02ED4-61AC-8528-B3AC-0751F03FE3E7}"/>
              </a:ext>
            </a:extLst>
          </p:cNvPr>
          <p:cNvPicPr>
            <a:picLocks noChangeAspect="1"/>
          </p:cNvPicPr>
          <p:nvPr/>
        </p:nvPicPr>
        <p:blipFill>
          <a:blip r:embed="rId18">
            <a:extLst>
              <a:ext uri="{28A0092B-C50C-407E-A947-70E740481C1C}">
                <a14:useLocalDpi xmlns:a14="http://schemas.microsoft.com/office/drawing/2010/main" val="0"/>
              </a:ext>
            </a:extLst>
          </a:blip>
          <a:srcRect l="14773" r="14122"/>
          <a:stretch>
            <a:fillRect/>
          </a:stretch>
        </p:blipFill>
        <p:spPr>
          <a:xfrm>
            <a:off x="3524060" y="88151"/>
            <a:ext cx="1501709" cy="1290275"/>
          </a:xfrm>
          <a:prstGeom prst="rect">
            <a:avLst/>
          </a:prstGeom>
        </p:spPr>
      </p:pic>
      <p:sp>
        <p:nvSpPr>
          <p:cNvPr id="4" name="Rectangle 3">
            <a:extLst>
              <a:ext uri="{FF2B5EF4-FFF2-40B4-BE49-F238E27FC236}">
                <a16:creationId xmlns:a16="http://schemas.microsoft.com/office/drawing/2014/main" id="{1EFF3152-8DD0-3C3D-62BB-C538ED1DDDB8}"/>
              </a:ext>
            </a:extLst>
          </p:cNvPr>
          <p:cNvSpPr/>
          <p:nvPr/>
        </p:nvSpPr>
        <p:spPr>
          <a:xfrm>
            <a:off x="6101973" y="2029525"/>
            <a:ext cx="1797623" cy="1205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n w="0"/>
                <a:solidFill>
                  <a:schemeClr val="tx1"/>
                </a:solidFill>
                <a:effectLst>
                  <a:outerShdw blurRad="38100" dist="19050" dir="2700000" algn="tl" rotWithShape="0">
                    <a:schemeClr val="dk1">
                      <a:alpha val="40000"/>
                    </a:schemeClr>
                  </a:outerShdw>
                </a:effectLst>
              </a:rPr>
              <a:t>C14 (the most severe cluster)</a:t>
            </a:r>
          </a:p>
        </p:txBody>
      </p:sp>
      <p:sp>
        <p:nvSpPr>
          <p:cNvPr id="5" name="Arrow: Left 4">
            <a:extLst>
              <a:ext uri="{FF2B5EF4-FFF2-40B4-BE49-F238E27FC236}">
                <a16:creationId xmlns:a16="http://schemas.microsoft.com/office/drawing/2014/main" id="{000405F9-5769-22CC-4DEA-0F7530824916}"/>
              </a:ext>
            </a:extLst>
          </p:cNvPr>
          <p:cNvSpPr/>
          <p:nvPr/>
        </p:nvSpPr>
        <p:spPr>
          <a:xfrm>
            <a:off x="5692115" y="2049596"/>
            <a:ext cx="409858" cy="80347"/>
          </a:xfrm>
          <a:prstGeom prst="leftArrow">
            <a:avLst/>
          </a:prstGeom>
          <a:solidFill>
            <a:schemeClr val="bg2">
              <a:lumMod val="75000"/>
            </a:schemeClr>
          </a:solidFill>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CDF87134-13A3-A1B5-DB98-52C807D89D79}"/>
              </a:ext>
            </a:extLst>
          </p:cNvPr>
          <p:cNvSpPr/>
          <p:nvPr/>
        </p:nvSpPr>
        <p:spPr>
          <a:xfrm>
            <a:off x="7555309" y="3317280"/>
            <a:ext cx="1006741" cy="347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dirty="0">
                <a:ln w="0"/>
                <a:solidFill>
                  <a:schemeClr val="tx1"/>
                </a:solidFill>
                <a:effectLst>
                  <a:outerShdw blurRad="38100" dist="19050" dir="2700000" algn="tl" rotWithShape="0">
                    <a:schemeClr val="dk1">
                      <a:alpha val="40000"/>
                    </a:schemeClr>
                  </a:outerShdw>
                </a:effectLst>
              </a:rPr>
              <a:t>C14 (the most severe cluster)</a:t>
            </a:r>
          </a:p>
        </p:txBody>
      </p:sp>
      <p:sp>
        <p:nvSpPr>
          <p:cNvPr id="8" name="Arrow: Left 7">
            <a:extLst>
              <a:ext uri="{FF2B5EF4-FFF2-40B4-BE49-F238E27FC236}">
                <a16:creationId xmlns:a16="http://schemas.microsoft.com/office/drawing/2014/main" id="{13CCAAA8-C6DF-7051-42ED-566C517B103F}"/>
              </a:ext>
            </a:extLst>
          </p:cNvPr>
          <p:cNvSpPr/>
          <p:nvPr/>
        </p:nvSpPr>
        <p:spPr>
          <a:xfrm rot="5400000">
            <a:off x="8258876" y="3023028"/>
            <a:ext cx="409858" cy="80347"/>
          </a:xfrm>
          <a:prstGeom prst="leftArrow">
            <a:avLst/>
          </a:prstGeom>
          <a:solidFill>
            <a:schemeClr val="bg2">
              <a:lumMod val="75000"/>
            </a:schemeClr>
          </a:solidFill>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68FE0AAD-5E0C-6A0A-5C83-5E51B3FF288D}"/>
              </a:ext>
            </a:extLst>
          </p:cNvPr>
          <p:cNvSpPr/>
          <p:nvPr/>
        </p:nvSpPr>
        <p:spPr>
          <a:xfrm>
            <a:off x="3892397" y="5327233"/>
            <a:ext cx="201007" cy="26206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63A230A-536F-6E09-AD2D-AE2682F20AE3}"/>
              </a:ext>
            </a:extLst>
          </p:cNvPr>
          <p:cNvSpPr/>
          <p:nvPr/>
        </p:nvSpPr>
        <p:spPr>
          <a:xfrm>
            <a:off x="5122874" y="73232"/>
            <a:ext cx="3408279" cy="1998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n w="0"/>
                <a:solidFill>
                  <a:schemeClr val="tx1"/>
                </a:solidFill>
                <a:effectLst>
                  <a:outerShdw blurRad="38100" dist="19050" dir="2700000" algn="tl" rotWithShape="0">
                    <a:schemeClr val="dk1">
                      <a:alpha val="40000"/>
                    </a:schemeClr>
                  </a:outerShdw>
                </a:effectLst>
              </a:rPr>
              <a:t>675 patients: 60 from Emory (triangles) and 615 from Sinai</a:t>
            </a:r>
          </a:p>
        </p:txBody>
      </p:sp>
      <p:sp>
        <p:nvSpPr>
          <p:cNvPr id="9" name="TextBox 8">
            <a:extLst>
              <a:ext uri="{FF2B5EF4-FFF2-40B4-BE49-F238E27FC236}">
                <a16:creationId xmlns:a16="http://schemas.microsoft.com/office/drawing/2014/main" id="{DC4AB4D1-CC91-06D2-7569-D276A415E2FA}"/>
              </a:ext>
            </a:extLst>
          </p:cNvPr>
          <p:cNvSpPr txBox="1"/>
          <p:nvPr/>
        </p:nvSpPr>
        <p:spPr>
          <a:xfrm>
            <a:off x="4972066" y="102211"/>
            <a:ext cx="324128" cy="369332"/>
          </a:xfrm>
          <a:prstGeom prst="rect">
            <a:avLst/>
          </a:prstGeom>
          <a:noFill/>
        </p:spPr>
        <p:txBody>
          <a:bodyPr wrap="none" rtlCol="0">
            <a:spAutoFit/>
          </a:bodyPr>
          <a:lstStyle/>
          <a:p>
            <a:r>
              <a:rPr lang="en-US" dirty="0"/>
              <a:t>B</a:t>
            </a:r>
          </a:p>
        </p:txBody>
      </p:sp>
      <p:pic>
        <p:nvPicPr>
          <p:cNvPr id="21" name="Graphic 20">
            <a:extLst>
              <a:ext uri="{FF2B5EF4-FFF2-40B4-BE49-F238E27FC236}">
                <a16:creationId xmlns:a16="http://schemas.microsoft.com/office/drawing/2014/main" id="{1A27CE8C-56AB-4825-82AC-D7523F8835AC}"/>
              </a:ext>
            </a:extLst>
          </p:cNvPr>
          <p:cNvPicPr>
            <a:picLocks noChangeAspect="1"/>
          </p:cNvPicPr>
          <p:nvPr/>
        </p:nvPicPr>
        <p:blipFill>
          <a:blip r:embed="rId19">
            <a:extLst>
              <a:ext uri="{96DAC541-7B7A-43D3-8B79-37D633B846F1}">
                <asvg:svgBlip xmlns:asvg="http://schemas.microsoft.com/office/drawing/2016/SVG/main" r:embed="rId20"/>
              </a:ext>
            </a:extLst>
          </a:blip>
          <a:srcRect l="28232" t="23827" r="28144" b="22675"/>
          <a:stretch>
            <a:fillRect/>
          </a:stretch>
        </p:blipFill>
        <p:spPr>
          <a:xfrm>
            <a:off x="8235483" y="4871847"/>
            <a:ext cx="794018" cy="503586"/>
          </a:xfrm>
          <a:prstGeom prst="rect">
            <a:avLst/>
          </a:prstGeom>
        </p:spPr>
      </p:pic>
      <p:pic>
        <p:nvPicPr>
          <p:cNvPr id="24" name="Graphic 23">
            <a:extLst>
              <a:ext uri="{FF2B5EF4-FFF2-40B4-BE49-F238E27FC236}">
                <a16:creationId xmlns:a16="http://schemas.microsoft.com/office/drawing/2014/main" id="{4366B54D-6688-E2E7-F839-3ED16A16E6D0}"/>
              </a:ext>
            </a:extLst>
          </p:cNvPr>
          <p:cNvPicPr>
            <a:picLocks noChangeAspect="1"/>
          </p:cNvPicPr>
          <p:nvPr/>
        </p:nvPicPr>
        <p:blipFill>
          <a:blip r:embed="rId21">
            <a:extLst>
              <a:ext uri="{96DAC541-7B7A-43D3-8B79-37D633B846F1}">
                <asvg:svgBlip xmlns:asvg="http://schemas.microsoft.com/office/drawing/2016/SVG/main" r:embed="rId22"/>
              </a:ext>
            </a:extLst>
          </a:blip>
          <a:srcRect l="34708" t="28775" r="34881" b="30277"/>
          <a:stretch>
            <a:fillRect/>
          </a:stretch>
        </p:blipFill>
        <p:spPr>
          <a:xfrm>
            <a:off x="4823112" y="6863909"/>
            <a:ext cx="720753" cy="501904"/>
          </a:xfrm>
          <a:prstGeom prst="rect">
            <a:avLst/>
          </a:prstGeom>
        </p:spPr>
      </p:pic>
    </p:spTree>
    <p:extLst>
      <p:ext uri="{BB962C8B-B14F-4D97-AF65-F5344CB8AC3E}">
        <p14:creationId xmlns:p14="http://schemas.microsoft.com/office/powerpoint/2010/main" val="480921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 name="Picture 1053">
            <a:extLst>
              <a:ext uri="{FF2B5EF4-FFF2-40B4-BE49-F238E27FC236}">
                <a16:creationId xmlns:a16="http://schemas.microsoft.com/office/drawing/2014/main" id="{B7273B80-0DF0-227E-F8EC-360B142ECD91}"/>
              </a:ext>
            </a:extLst>
          </p:cNvPr>
          <p:cNvPicPr>
            <a:picLocks noChangeAspect="1"/>
          </p:cNvPicPr>
          <p:nvPr/>
        </p:nvPicPr>
        <p:blipFill>
          <a:blip r:embed="rId3" cstate="print">
            <a:extLst>
              <a:ext uri="{28A0092B-C50C-407E-A947-70E740481C1C}">
                <a14:useLocalDpi xmlns:a14="http://schemas.microsoft.com/office/drawing/2010/main" val="0"/>
              </a:ext>
            </a:extLst>
          </a:blip>
          <a:srcRect l="37988" t="79585"/>
          <a:stretch>
            <a:fillRect/>
          </a:stretch>
        </p:blipFill>
        <p:spPr bwMode="auto">
          <a:xfrm>
            <a:off x="4309801" y="9144000"/>
            <a:ext cx="7960594" cy="2894522"/>
          </a:xfrm>
          <a:prstGeom prst="rect">
            <a:avLst/>
          </a:prstGeom>
          <a:noFill/>
          <a:ln>
            <a:noFill/>
          </a:ln>
        </p:spPr>
      </p:pic>
      <p:pic>
        <p:nvPicPr>
          <p:cNvPr id="1051" name="Graphic 1050">
            <a:extLst>
              <a:ext uri="{FF2B5EF4-FFF2-40B4-BE49-F238E27FC236}">
                <a16:creationId xmlns:a16="http://schemas.microsoft.com/office/drawing/2014/main" id="{662D93FD-D82B-B699-1AF6-6BD237851084}"/>
              </a:ext>
            </a:extLst>
          </p:cNvPr>
          <p:cNvPicPr>
            <a:picLocks noChangeAspect="1"/>
          </p:cNvPicPr>
          <p:nvPr/>
        </p:nvPicPr>
        <p:blipFill>
          <a:blip r:embed="rId4">
            <a:extLst>
              <a:ext uri="{96DAC541-7B7A-43D3-8B79-37D633B846F1}">
                <asvg:svgBlip xmlns:asvg="http://schemas.microsoft.com/office/drawing/2016/SVG/main" r:embed="rId5"/>
              </a:ext>
            </a:extLst>
          </a:blip>
          <a:srcRect l="5911" t="8916" r="8080" b="14181"/>
          <a:stretch>
            <a:fillRect/>
          </a:stretch>
        </p:blipFill>
        <p:spPr>
          <a:xfrm>
            <a:off x="5336566" y="4354468"/>
            <a:ext cx="3998738" cy="2553845"/>
          </a:xfrm>
          <a:prstGeom prst="rect">
            <a:avLst/>
          </a:prstGeom>
        </p:spPr>
      </p:pic>
      <p:pic>
        <p:nvPicPr>
          <p:cNvPr id="1053" name="Graphic 1052">
            <a:extLst>
              <a:ext uri="{FF2B5EF4-FFF2-40B4-BE49-F238E27FC236}">
                <a16:creationId xmlns:a16="http://schemas.microsoft.com/office/drawing/2014/main" id="{EB86FFA2-3AD1-2618-2F28-C2688207FFFD}"/>
              </a:ext>
            </a:extLst>
          </p:cNvPr>
          <p:cNvPicPr>
            <a:picLocks noChangeAspect="1"/>
          </p:cNvPicPr>
          <p:nvPr/>
        </p:nvPicPr>
        <p:blipFill>
          <a:blip r:embed="rId6">
            <a:extLst>
              <a:ext uri="{96DAC541-7B7A-43D3-8B79-37D633B846F1}">
                <asvg:svgBlip xmlns:asvg="http://schemas.microsoft.com/office/drawing/2016/SVG/main" r:embed="rId7"/>
              </a:ext>
            </a:extLst>
          </a:blip>
          <a:srcRect l="11981" t="9843" r="16299" b="13346"/>
          <a:stretch>
            <a:fillRect/>
          </a:stretch>
        </p:blipFill>
        <p:spPr>
          <a:xfrm>
            <a:off x="8901631" y="4398423"/>
            <a:ext cx="3338351" cy="2553845"/>
          </a:xfrm>
          <a:prstGeom prst="rect">
            <a:avLst/>
          </a:prstGeom>
        </p:spPr>
      </p:pic>
      <p:pic>
        <p:nvPicPr>
          <p:cNvPr id="1045" name="Picture 1044">
            <a:extLst>
              <a:ext uri="{FF2B5EF4-FFF2-40B4-BE49-F238E27FC236}">
                <a16:creationId xmlns:a16="http://schemas.microsoft.com/office/drawing/2014/main" id="{64AEFB66-87FA-6281-3EE4-C7BE10096C6C}"/>
              </a:ext>
            </a:extLst>
          </p:cNvPr>
          <p:cNvPicPr>
            <a:picLocks noChangeAspect="1"/>
          </p:cNvPicPr>
          <p:nvPr/>
        </p:nvPicPr>
        <p:blipFill>
          <a:blip r:embed="rId3" cstate="print">
            <a:extLst>
              <a:ext uri="{28A0092B-C50C-407E-A947-70E740481C1C}">
                <a14:useLocalDpi xmlns:a14="http://schemas.microsoft.com/office/drawing/2010/main" val="0"/>
              </a:ext>
            </a:extLst>
          </a:blip>
          <a:srcRect t="79585" r="67010"/>
          <a:stretch>
            <a:fillRect/>
          </a:stretch>
        </p:blipFill>
        <p:spPr bwMode="auto">
          <a:xfrm>
            <a:off x="-11868" y="9062626"/>
            <a:ext cx="4234952" cy="2894522"/>
          </a:xfrm>
          <a:prstGeom prst="rect">
            <a:avLst/>
          </a:prstGeom>
          <a:noFill/>
          <a:ln>
            <a:noFill/>
          </a:ln>
        </p:spPr>
      </p:pic>
      <p:sp>
        <p:nvSpPr>
          <p:cNvPr id="1046" name="Rectangle 1045">
            <a:extLst>
              <a:ext uri="{FF2B5EF4-FFF2-40B4-BE49-F238E27FC236}">
                <a16:creationId xmlns:a16="http://schemas.microsoft.com/office/drawing/2014/main" id="{D112677F-8C42-14FE-B2CE-352771D8F8F6}"/>
              </a:ext>
            </a:extLst>
          </p:cNvPr>
          <p:cNvSpPr/>
          <p:nvPr/>
        </p:nvSpPr>
        <p:spPr>
          <a:xfrm>
            <a:off x="63251" y="9224695"/>
            <a:ext cx="646612" cy="5193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TextBox 1046">
            <a:extLst>
              <a:ext uri="{FF2B5EF4-FFF2-40B4-BE49-F238E27FC236}">
                <a16:creationId xmlns:a16="http://schemas.microsoft.com/office/drawing/2014/main" id="{E7545855-27E5-6420-8FC0-B84801A2F529}"/>
              </a:ext>
            </a:extLst>
          </p:cNvPr>
          <p:cNvSpPr txBox="1"/>
          <p:nvPr/>
        </p:nvSpPr>
        <p:spPr>
          <a:xfrm>
            <a:off x="316652" y="9182686"/>
            <a:ext cx="306494" cy="369332"/>
          </a:xfrm>
          <a:prstGeom prst="rect">
            <a:avLst/>
          </a:prstGeom>
          <a:noFill/>
        </p:spPr>
        <p:txBody>
          <a:bodyPr wrap="none" rtlCol="0">
            <a:spAutoFit/>
          </a:bodyPr>
          <a:lstStyle/>
          <a:p>
            <a:r>
              <a:rPr lang="en-US" dirty="0"/>
              <a:t>F</a:t>
            </a:r>
          </a:p>
        </p:txBody>
      </p:sp>
      <p:sp>
        <p:nvSpPr>
          <p:cNvPr id="1049" name="TextBox 1048">
            <a:extLst>
              <a:ext uri="{FF2B5EF4-FFF2-40B4-BE49-F238E27FC236}">
                <a16:creationId xmlns:a16="http://schemas.microsoft.com/office/drawing/2014/main" id="{033BB967-88B8-65D4-5069-272D4553E84E}"/>
              </a:ext>
            </a:extLst>
          </p:cNvPr>
          <p:cNvSpPr txBox="1"/>
          <p:nvPr/>
        </p:nvSpPr>
        <p:spPr>
          <a:xfrm>
            <a:off x="4223084" y="9123520"/>
            <a:ext cx="348172" cy="369332"/>
          </a:xfrm>
          <a:prstGeom prst="rect">
            <a:avLst/>
          </a:prstGeom>
          <a:noFill/>
        </p:spPr>
        <p:txBody>
          <a:bodyPr wrap="none" rtlCol="0">
            <a:spAutoFit/>
          </a:bodyPr>
          <a:lstStyle/>
          <a:p>
            <a:r>
              <a:rPr lang="en-US" dirty="0"/>
              <a:t>G</a:t>
            </a:r>
          </a:p>
        </p:txBody>
      </p:sp>
      <p:pic>
        <p:nvPicPr>
          <p:cNvPr id="1030" name="Graphic 1029">
            <a:extLst>
              <a:ext uri="{FF2B5EF4-FFF2-40B4-BE49-F238E27FC236}">
                <a16:creationId xmlns:a16="http://schemas.microsoft.com/office/drawing/2014/main" id="{19A75710-1149-C522-E7AA-645A0ABFCF7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95679" y="51879"/>
            <a:ext cx="3207001" cy="2134675"/>
          </a:xfrm>
          <a:prstGeom prst="rect">
            <a:avLst/>
          </a:prstGeom>
        </p:spPr>
      </p:pic>
      <p:pic>
        <p:nvPicPr>
          <p:cNvPr id="1032" name="Picture 1031">
            <a:extLst>
              <a:ext uri="{FF2B5EF4-FFF2-40B4-BE49-F238E27FC236}">
                <a16:creationId xmlns:a16="http://schemas.microsoft.com/office/drawing/2014/main" id="{BBFED68F-EC19-9C99-8918-032B195D0C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75197" y="51879"/>
            <a:ext cx="2616656" cy="2129439"/>
          </a:xfrm>
          <a:prstGeom prst="rect">
            <a:avLst/>
          </a:prstGeom>
        </p:spPr>
      </p:pic>
      <p:pic>
        <p:nvPicPr>
          <p:cNvPr id="1034" name="Picture 1033">
            <a:extLst>
              <a:ext uri="{FF2B5EF4-FFF2-40B4-BE49-F238E27FC236}">
                <a16:creationId xmlns:a16="http://schemas.microsoft.com/office/drawing/2014/main" id="{6336320F-FB69-AF38-9BB6-3DA12B7EB1E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54549" y="2181074"/>
            <a:ext cx="3262483" cy="2129439"/>
          </a:xfrm>
          <a:prstGeom prst="rect">
            <a:avLst/>
          </a:prstGeom>
        </p:spPr>
      </p:pic>
      <p:pic>
        <p:nvPicPr>
          <p:cNvPr id="1036" name="Picture 1035">
            <a:extLst>
              <a:ext uri="{FF2B5EF4-FFF2-40B4-BE49-F238E27FC236}">
                <a16:creationId xmlns:a16="http://schemas.microsoft.com/office/drawing/2014/main" id="{41B7BD78-5080-7160-9382-FFB65A42E0B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561693" y="2191407"/>
            <a:ext cx="2616656" cy="2129439"/>
          </a:xfrm>
          <a:prstGeom prst="rect">
            <a:avLst/>
          </a:prstGeom>
        </p:spPr>
      </p:pic>
      <p:pic>
        <p:nvPicPr>
          <p:cNvPr id="58" name="Picture 57" descr="A table with different colored text&#10;&#10;AI-generated content may be incorrect.">
            <a:extLst>
              <a:ext uri="{FF2B5EF4-FFF2-40B4-BE49-F238E27FC236}">
                <a16:creationId xmlns:a16="http://schemas.microsoft.com/office/drawing/2014/main" id="{B52AD2B5-172E-59AE-032F-C6C4E5AC9A4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58971" y="5288197"/>
            <a:ext cx="5593727" cy="3691461"/>
          </a:xfrm>
          <a:prstGeom prst="rect">
            <a:avLst/>
          </a:prstGeom>
        </p:spPr>
      </p:pic>
      <p:pic>
        <p:nvPicPr>
          <p:cNvPr id="56" name="Picture 55" descr="A screenshot of a computer screen&#10;&#10;AI-generated content may be incorrect.">
            <a:extLst>
              <a:ext uri="{FF2B5EF4-FFF2-40B4-BE49-F238E27FC236}">
                <a16:creationId xmlns:a16="http://schemas.microsoft.com/office/drawing/2014/main" id="{93D281CD-16E1-7F61-496E-61027DCB638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4384" y="9696"/>
            <a:ext cx="4994311" cy="5158181"/>
          </a:xfrm>
          <a:prstGeom prst="rect">
            <a:avLst/>
          </a:prstGeom>
        </p:spPr>
      </p:pic>
      <p:pic>
        <p:nvPicPr>
          <p:cNvPr id="7" name="Picture 6" descr="A graph with yellow dots&#10;&#10;AI-generated content may be incorrect.">
            <a:extLst>
              <a:ext uri="{FF2B5EF4-FFF2-40B4-BE49-F238E27FC236}">
                <a16:creationId xmlns:a16="http://schemas.microsoft.com/office/drawing/2014/main" id="{47206E84-9403-2F18-A192-BD95B0B6760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04385" y="7010647"/>
            <a:ext cx="5424677" cy="2163554"/>
          </a:xfrm>
          <a:prstGeom prst="rect">
            <a:avLst/>
          </a:prstGeom>
        </p:spPr>
      </p:pic>
      <p:sp>
        <p:nvSpPr>
          <p:cNvPr id="4" name="TextBox 3">
            <a:extLst>
              <a:ext uri="{FF2B5EF4-FFF2-40B4-BE49-F238E27FC236}">
                <a16:creationId xmlns:a16="http://schemas.microsoft.com/office/drawing/2014/main" id="{D10F54F7-CE05-8880-128E-61619D45232E}"/>
              </a:ext>
            </a:extLst>
          </p:cNvPr>
          <p:cNvSpPr txBox="1"/>
          <p:nvPr/>
        </p:nvSpPr>
        <p:spPr>
          <a:xfrm>
            <a:off x="-11868" y="-2039046"/>
            <a:ext cx="963534" cy="2031325"/>
          </a:xfrm>
          <a:prstGeom prst="rect">
            <a:avLst/>
          </a:prstGeom>
          <a:noFill/>
        </p:spPr>
        <p:txBody>
          <a:bodyPr wrap="none" rtlCol="0">
            <a:spAutoFit/>
          </a:bodyPr>
          <a:lstStyle/>
          <a:p>
            <a:r>
              <a:rPr lang="en-US" dirty="0"/>
              <a:t>Figure 4</a:t>
            </a:r>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EEB12B6B-450D-35E2-02F4-D688AE665D0D}"/>
              </a:ext>
            </a:extLst>
          </p:cNvPr>
          <p:cNvSpPr txBox="1"/>
          <p:nvPr/>
        </p:nvSpPr>
        <p:spPr>
          <a:xfrm>
            <a:off x="0" y="13716001"/>
            <a:ext cx="963534" cy="2031325"/>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r>
              <a:rPr lang="en-US" dirty="0"/>
              <a:t>Figure 4</a:t>
            </a:r>
          </a:p>
        </p:txBody>
      </p:sp>
      <p:sp>
        <p:nvSpPr>
          <p:cNvPr id="10" name="TextBox 9">
            <a:extLst>
              <a:ext uri="{FF2B5EF4-FFF2-40B4-BE49-F238E27FC236}">
                <a16:creationId xmlns:a16="http://schemas.microsoft.com/office/drawing/2014/main" id="{97676F2C-479B-C62D-9FD0-90473AA0B719}"/>
              </a:ext>
            </a:extLst>
          </p:cNvPr>
          <p:cNvSpPr txBox="1"/>
          <p:nvPr/>
        </p:nvSpPr>
        <p:spPr>
          <a:xfrm>
            <a:off x="11868" y="96253"/>
            <a:ext cx="320922" cy="369332"/>
          </a:xfrm>
          <a:prstGeom prst="rect">
            <a:avLst/>
          </a:prstGeom>
          <a:noFill/>
        </p:spPr>
        <p:txBody>
          <a:bodyPr wrap="square" rtlCol="0">
            <a:spAutoFit/>
          </a:bodyPr>
          <a:lstStyle/>
          <a:p>
            <a:r>
              <a:rPr lang="en-US" dirty="0"/>
              <a:t>A</a:t>
            </a:r>
          </a:p>
        </p:txBody>
      </p:sp>
      <p:sp>
        <p:nvSpPr>
          <p:cNvPr id="17" name="TextBox 16">
            <a:extLst>
              <a:ext uri="{FF2B5EF4-FFF2-40B4-BE49-F238E27FC236}">
                <a16:creationId xmlns:a16="http://schemas.microsoft.com/office/drawing/2014/main" id="{E7FE0F9D-54D1-79FC-226C-F34C3416F5CE}"/>
              </a:ext>
            </a:extLst>
          </p:cNvPr>
          <p:cNvSpPr txBox="1"/>
          <p:nvPr/>
        </p:nvSpPr>
        <p:spPr>
          <a:xfrm>
            <a:off x="21788" y="5311005"/>
            <a:ext cx="324128" cy="369332"/>
          </a:xfrm>
          <a:prstGeom prst="rect">
            <a:avLst/>
          </a:prstGeom>
          <a:noFill/>
        </p:spPr>
        <p:txBody>
          <a:bodyPr wrap="none" rtlCol="0">
            <a:spAutoFit/>
          </a:bodyPr>
          <a:lstStyle/>
          <a:p>
            <a:r>
              <a:rPr lang="en-US" dirty="0"/>
              <a:t>B</a:t>
            </a:r>
          </a:p>
        </p:txBody>
      </p:sp>
      <p:sp>
        <p:nvSpPr>
          <p:cNvPr id="19" name="TextBox 18">
            <a:extLst>
              <a:ext uri="{FF2B5EF4-FFF2-40B4-BE49-F238E27FC236}">
                <a16:creationId xmlns:a16="http://schemas.microsoft.com/office/drawing/2014/main" id="{7420B2B5-FBB9-E4A1-E53A-C9B1042A1E02}"/>
              </a:ext>
            </a:extLst>
          </p:cNvPr>
          <p:cNvSpPr txBox="1"/>
          <p:nvPr/>
        </p:nvSpPr>
        <p:spPr>
          <a:xfrm>
            <a:off x="5363116" y="41790"/>
            <a:ext cx="344966" cy="369332"/>
          </a:xfrm>
          <a:prstGeom prst="rect">
            <a:avLst/>
          </a:prstGeom>
          <a:noFill/>
        </p:spPr>
        <p:txBody>
          <a:bodyPr wrap="none" rtlCol="0">
            <a:spAutoFit/>
          </a:bodyPr>
          <a:lstStyle/>
          <a:p>
            <a:r>
              <a:rPr lang="en-US" dirty="0"/>
              <a:t>C</a:t>
            </a:r>
          </a:p>
        </p:txBody>
      </p:sp>
      <p:sp>
        <p:nvSpPr>
          <p:cNvPr id="20" name="TextBox 19">
            <a:extLst>
              <a:ext uri="{FF2B5EF4-FFF2-40B4-BE49-F238E27FC236}">
                <a16:creationId xmlns:a16="http://schemas.microsoft.com/office/drawing/2014/main" id="{EB9D3F9E-500C-56D2-6540-EC6D049DABFF}"/>
              </a:ext>
            </a:extLst>
          </p:cNvPr>
          <p:cNvSpPr txBox="1"/>
          <p:nvPr/>
        </p:nvSpPr>
        <p:spPr>
          <a:xfrm>
            <a:off x="5969121" y="4465964"/>
            <a:ext cx="343364" cy="369332"/>
          </a:xfrm>
          <a:prstGeom prst="rect">
            <a:avLst/>
          </a:prstGeom>
          <a:noFill/>
        </p:spPr>
        <p:txBody>
          <a:bodyPr wrap="none" rtlCol="0">
            <a:spAutoFit/>
          </a:bodyPr>
          <a:lstStyle/>
          <a:p>
            <a:r>
              <a:rPr lang="en-US" dirty="0"/>
              <a:t>D</a:t>
            </a:r>
          </a:p>
        </p:txBody>
      </p:sp>
      <p:sp>
        <p:nvSpPr>
          <p:cNvPr id="21" name="TextBox 20">
            <a:extLst>
              <a:ext uri="{FF2B5EF4-FFF2-40B4-BE49-F238E27FC236}">
                <a16:creationId xmlns:a16="http://schemas.microsoft.com/office/drawing/2014/main" id="{BE04FC8C-CF4B-7A9F-D563-6991D56BA467}"/>
              </a:ext>
            </a:extLst>
          </p:cNvPr>
          <p:cNvSpPr txBox="1"/>
          <p:nvPr/>
        </p:nvSpPr>
        <p:spPr>
          <a:xfrm>
            <a:off x="6090881" y="6908313"/>
            <a:ext cx="312906" cy="369332"/>
          </a:xfrm>
          <a:prstGeom prst="rect">
            <a:avLst/>
          </a:prstGeom>
          <a:noFill/>
        </p:spPr>
        <p:txBody>
          <a:bodyPr wrap="none" rtlCol="0">
            <a:spAutoFit/>
          </a:bodyPr>
          <a:lstStyle/>
          <a:p>
            <a:r>
              <a:rPr lang="en-US" dirty="0"/>
              <a:t>E</a:t>
            </a:r>
          </a:p>
        </p:txBody>
      </p:sp>
      <p:sp>
        <p:nvSpPr>
          <p:cNvPr id="29" name="Rectangle 28">
            <a:extLst>
              <a:ext uri="{FF2B5EF4-FFF2-40B4-BE49-F238E27FC236}">
                <a16:creationId xmlns:a16="http://schemas.microsoft.com/office/drawing/2014/main" id="{1C104EC0-5DBA-B503-DF0C-AC6227497425}"/>
              </a:ext>
            </a:extLst>
          </p:cNvPr>
          <p:cNvSpPr/>
          <p:nvPr/>
        </p:nvSpPr>
        <p:spPr>
          <a:xfrm>
            <a:off x="2530675" y="465586"/>
            <a:ext cx="492286"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78FD545-6289-85CB-E22E-16217F440096}"/>
              </a:ext>
            </a:extLst>
          </p:cNvPr>
          <p:cNvSpPr/>
          <p:nvPr/>
        </p:nvSpPr>
        <p:spPr>
          <a:xfrm>
            <a:off x="975402" y="465586"/>
            <a:ext cx="366939"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4965640-0789-564A-493E-12BEE75FF886}"/>
              </a:ext>
            </a:extLst>
          </p:cNvPr>
          <p:cNvSpPr/>
          <p:nvPr/>
        </p:nvSpPr>
        <p:spPr>
          <a:xfrm>
            <a:off x="1367293" y="465585"/>
            <a:ext cx="217430"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667B8A9-6B6C-2A30-A7F8-1EED6F572E82}"/>
              </a:ext>
            </a:extLst>
          </p:cNvPr>
          <p:cNvSpPr/>
          <p:nvPr/>
        </p:nvSpPr>
        <p:spPr>
          <a:xfrm>
            <a:off x="2149287" y="465584"/>
            <a:ext cx="217430"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181A1E3-8D4C-99FD-429C-91C87CBBD76E}"/>
              </a:ext>
            </a:extLst>
          </p:cNvPr>
          <p:cNvSpPr/>
          <p:nvPr/>
        </p:nvSpPr>
        <p:spPr>
          <a:xfrm>
            <a:off x="2397113" y="465583"/>
            <a:ext cx="111122"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0E79A25-7A3F-4D49-49D6-71712C40A9F4}"/>
              </a:ext>
            </a:extLst>
          </p:cNvPr>
          <p:cNvSpPr/>
          <p:nvPr/>
        </p:nvSpPr>
        <p:spPr>
          <a:xfrm>
            <a:off x="2017357" y="465582"/>
            <a:ext cx="111122"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1B2C25C-7FB2-F842-C31A-326BBE8EDBF5}"/>
              </a:ext>
            </a:extLst>
          </p:cNvPr>
          <p:cNvSpPr/>
          <p:nvPr/>
        </p:nvSpPr>
        <p:spPr>
          <a:xfrm>
            <a:off x="1612979" y="465581"/>
            <a:ext cx="111122"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3E738CF-0732-B9DD-6022-30916798CBCD}"/>
              </a:ext>
            </a:extLst>
          </p:cNvPr>
          <p:cNvSpPr/>
          <p:nvPr/>
        </p:nvSpPr>
        <p:spPr>
          <a:xfrm>
            <a:off x="1751985" y="465580"/>
            <a:ext cx="111122"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E36CAB0-8944-F20B-3A53-128DD54301EF}"/>
              </a:ext>
            </a:extLst>
          </p:cNvPr>
          <p:cNvSpPr/>
          <p:nvPr/>
        </p:nvSpPr>
        <p:spPr>
          <a:xfrm>
            <a:off x="1882787" y="465580"/>
            <a:ext cx="111122" cy="5799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73B71710-23B2-4E88-15FA-4BFA0833CD3A}"/>
              </a:ext>
            </a:extLst>
          </p:cNvPr>
          <p:cNvSpPr txBox="1"/>
          <p:nvPr/>
        </p:nvSpPr>
        <p:spPr>
          <a:xfrm>
            <a:off x="984967" y="86985"/>
            <a:ext cx="2037995" cy="400110"/>
          </a:xfrm>
          <a:prstGeom prst="rect">
            <a:avLst/>
          </a:prstGeom>
          <a:noFill/>
        </p:spPr>
        <p:txBody>
          <a:bodyPr wrap="square" rtlCol="0">
            <a:spAutoFit/>
          </a:bodyPr>
          <a:lstStyle/>
          <a:p>
            <a:r>
              <a:rPr lang="en-US" sz="1000" dirty="0">
                <a:solidFill>
                  <a:srgbClr val="FF0000"/>
                </a:solidFill>
              </a:rPr>
              <a:t>	                   Endotypes 0</a:t>
            </a:r>
            <a:r>
              <a:rPr lang="en-US" sz="1000" b="1" dirty="0">
                <a:solidFill>
                  <a:srgbClr val="FF0000"/>
                </a:solidFill>
              </a:rPr>
              <a:t>–</a:t>
            </a:r>
            <a:r>
              <a:rPr lang="en-US" sz="1000" dirty="0">
                <a:solidFill>
                  <a:srgbClr val="FF0000"/>
                </a:solidFill>
              </a:rPr>
              <a:t>8</a:t>
            </a:r>
          </a:p>
          <a:p>
            <a:r>
              <a:rPr lang="en-US" sz="1000" dirty="0">
                <a:solidFill>
                  <a:srgbClr val="FF0000"/>
                </a:solidFill>
              </a:rPr>
              <a:t> 3           6    8   0   5  7    2      4          1</a:t>
            </a:r>
          </a:p>
        </p:txBody>
      </p:sp>
      <p:pic>
        <p:nvPicPr>
          <p:cNvPr id="3" name="Picture 2">
            <a:extLst>
              <a:ext uri="{FF2B5EF4-FFF2-40B4-BE49-F238E27FC236}">
                <a16:creationId xmlns:a16="http://schemas.microsoft.com/office/drawing/2014/main" id="{8588C3F4-DDFB-B5BA-FBEE-7DBEF7B09DD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16853" y="0"/>
            <a:ext cx="6328970" cy="6990347"/>
          </a:xfrm>
          <a:prstGeom prst="rect">
            <a:avLst/>
          </a:prstGeom>
          <a:noFill/>
          <a:ln>
            <a:noFill/>
          </a:ln>
        </p:spPr>
      </p:pic>
      <p:pic>
        <p:nvPicPr>
          <p:cNvPr id="8" name="Graphic 7">
            <a:extLst>
              <a:ext uri="{FF2B5EF4-FFF2-40B4-BE49-F238E27FC236}">
                <a16:creationId xmlns:a16="http://schemas.microsoft.com/office/drawing/2014/main" id="{8E6BF00B-6298-F5FF-B59A-2505018B5101}"/>
              </a:ext>
            </a:extLst>
          </p:cNvPr>
          <p:cNvPicPr>
            <a:picLocks noChangeAspect="1"/>
          </p:cNvPicPr>
          <p:nvPr/>
        </p:nvPicPr>
        <p:blipFill>
          <a:blip r:embed="rId16">
            <a:extLst>
              <a:ext uri="{96DAC541-7B7A-43D3-8B79-37D633B846F1}">
                <asvg:svgBlip xmlns:asvg="http://schemas.microsoft.com/office/drawing/2016/SVG/main" r:embed="rId17"/>
              </a:ext>
            </a:extLst>
          </a:blip>
          <a:srcRect l="33101" t="36745" r="33629" b="35446"/>
          <a:stretch>
            <a:fillRect/>
          </a:stretch>
        </p:blipFill>
        <p:spPr>
          <a:xfrm>
            <a:off x="8592192" y="5106419"/>
            <a:ext cx="840983" cy="363556"/>
          </a:xfrm>
          <a:prstGeom prst="rect">
            <a:avLst/>
          </a:prstGeom>
        </p:spPr>
      </p:pic>
      <p:pic>
        <p:nvPicPr>
          <p:cNvPr id="9" name="Graphic 8">
            <a:extLst>
              <a:ext uri="{FF2B5EF4-FFF2-40B4-BE49-F238E27FC236}">
                <a16:creationId xmlns:a16="http://schemas.microsoft.com/office/drawing/2014/main" id="{1081A7B6-C990-0B38-B41C-C83FDB55C852}"/>
              </a:ext>
            </a:extLst>
          </p:cNvPr>
          <p:cNvPicPr>
            <a:picLocks noChangeAspect="1"/>
          </p:cNvPicPr>
          <p:nvPr/>
        </p:nvPicPr>
        <p:blipFill>
          <a:blip r:embed="rId18">
            <a:extLst>
              <a:ext uri="{96DAC541-7B7A-43D3-8B79-37D633B846F1}">
                <asvg:svgBlip xmlns:asvg="http://schemas.microsoft.com/office/drawing/2016/SVG/main" r:embed="rId19"/>
              </a:ext>
            </a:extLst>
          </a:blip>
          <a:srcRect l="31524" t="29628" r="30119" b="29481"/>
          <a:stretch>
            <a:fillRect/>
          </a:stretch>
        </p:blipFill>
        <p:spPr>
          <a:xfrm>
            <a:off x="6649793" y="7133927"/>
            <a:ext cx="727371" cy="401023"/>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8515D94F-9EBB-DB31-CEB4-20E544F6B4E4}"/>
              </a:ext>
            </a:extLst>
          </p:cNvPr>
          <p:cNvPicPr>
            <a:picLocks noChangeAspect="1"/>
          </p:cNvPicPr>
          <p:nvPr/>
        </p:nvPicPr>
        <p:blipFill>
          <a:blip r:embed="rId20">
            <a:extLst>
              <a:ext uri="{28A0092B-C50C-407E-A947-70E740481C1C}">
                <a14:useLocalDpi xmlns:a14="http://schemas.microsoft.com/office/drawing/2010/main" val="0"/>
              </a:ext>
            </a:extLst>
          </a:blip>
          <a:srcRect l="14773" r="14122"/>
          <a:stretch>
            <a:fillRect/>
          </a:stretch>
        </p:blipFill>
        <p:spPr>
          <a:xfrm>
            <a:off x="3540453" y="41790"/>
            <a:ext cx="1501709" cy="1290275"/>
          </a:xfrm>
          <a:prstGeom prst="rect">
            <a:avLst/>
          </a:prstGeom>
        </p:spPr>
      </p:pic>
    </p:spTree>
    <p:extLst>
      <p:ext uri="{BB962C8B-B14F-4D97-AF65-F5344CB8AC3E}">
        <p14:creationId xmlns:p14="http://schemas.microsoft.com/office/powerpoint/2010/main" val="146566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E831C-9C23-44B0-B8C7-8742CCDEF60E}"/>
            </a:ext>
          </a:extLst>
        </p:cNvPr>
        <p:cNvGrpSpPr/>
        <p:nvPr/>
      </p:nvGrpSpPr>
      <p:grpSpPr>
        <a:xfrm>
          <a:off x="0" y="0"/>
          <a:ext cx="0" cy="0"/>
          <a:chOff x="0" y="0"/>
          <a:chExt cx="0" cy="0"/>
        </a:xfrm>
      </p:grpSpPr>
      <p:pic>
        <p:nvPicPr>
          <p:cNvPr id="35" name="Graphic 34">
            <a:extLst>
              <a:ext uri="{FF2B5EF4-FFF2-40B4-BE49-F238E27FC236}">
                <a16:creationId xmlns:a16="http://schemas.microsoft.com/office/drawing/2014/main" id="{F4D5E860-7908-DC3E-7417-D6EDFCC96E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73" y="8934278"/>
            <a:ext cx="4980507" cy="2967333"/>
          </a:xfrm>
          <a:prstGeom prst="rect">
            <a:avLst/>
          </a:prstGeom>
        </p:spPr>
      </p:pic>
      <p:pic>
        <p:nvPicPr>
          <p:cNvPr id="28" name="Graphic 27">
            <a:extLst>
              <a:ext uri="{FF2B5EF4-FFF2-40B4-BE49-F238E27FC236}">
                <a16:creationId xmlns:a16="http://schemas.microsoft.com/office/drawing/2014/main" id="{05980687-2827-396D-50E8-BAA5A594564B}"/>
              </a:ext>
            </a:extLst>
          </p:cNvPr>
          <p:cNvPicPr>
            <a:picLocks noChangeAspect="1"/>
          </p:cNvPicPr>
          <p:nvPr/>
        </p:nvPicPr>
        <p:blipFill>
          <a:blip r:embed="rId5">
            <a:extLst>
              <a:ext uri="{96DAC541-7B7A-43D3-8B79-37D633B846F1}">
                <asvg:svgBlip xmlns:asvg="http://schemas.microsoft.com/office/drawing/2016/SVG/main" r:embed="rId6"/>
              </a:ext>
            </a:extLst>
          </a:blip>
          <a:srcRect r="49582"/>
          <a:stretch>
            <a:fillRect/>
          </a:stretch>
        </p:blipFill>
        <p:spPr>
          <a:xfrm>
            <a:off x="5313955" y="9427340"/>
            <a:ext cx="2698017" cy="2519617"/>
          </a:xfrm>
          <a:prstGeom prst="rect">
            <a:avLst/>
          </a:prstGeom>
        </p:spPr>
      </p:pic>
      <p:pic>
        <p:nvPicPr>
          <p:cNvPr id="29" name="Graphic 28">
            <a:extLst>
              <a:ext uri="{FF2B5EF4-FFF2-40B4-BE49-F238E27FC236}">
                <a16:creationId xmlns:a16="http://schemas.microsoft.com/office/drawing/2014/main" id="{BF4E7AFD-C452-9DD9-D763-02F7A3F6F5F0}"/>
              </a:ext>
            </a:extLst>
          </p:cNvPr>
          <p:cNvPicPr>
            <a:picLocks noChangeAspect="1"/>
          </p:cNvPicPr>
          <p:nvPr/>
        </p:nvPicPr>
        <p:blipFill>
          <a:blip r:embed="rId5">
            <a:extLst>
              <a:ext uri="{96DAC541-7B7A-43D3-8B79-37D633B846F1}">
                <asvg:svgBlip xmlns:asvg="http://schemas.microsoft.com/office/drawing/2016/SVG/main" r:embed="rId6"/>
              </a:ext>
            </a:extLst>
          </a:blip>
          <a:srcRect l="54884"/>
          <a:stretch>
            <a:fillRect/>
          </a:stretch>
        </p:blipFill>
        <p:spPr>
          <a:xfrm>
            <a:off x="8096149" y="9427340"/>
            <a:ext cx="2414296" cy="2519617"/>
          </a:xfrm>
          <a:prstGeom prst="rect">
            <a:avLst/>
          </a:prstGeom>
        </p:spPr>
      </p:pic>
      <p:pic>
        <p:nvPicPr>
          <p:cNvPr id="26" name="Graphic 25">
            <a:extLst>
              <a:ext uri="{FF2B5EF4-FFF2-40B4-BE49-F238E27FC236}">
                <a16:creationId xmlns:a16="http://schemas.microsoft.com/office/drawing/2014/main" id="{4CDBDBE5-5AC0-1D5C-5E43-FFDD89E0F8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99005" y="119153"/>
            <a:ext cx="3460230" cy="2145525"/>
          </a:xfrm>
          <a:prstGeom prst="rect">
            <a:avLst/>
          </a:prstGeom>
        </p:spPr>
      </p:pic>
      <p:pic>
        <p:nvPicPr>
          <p:cNvPr id="22" name="Picture 21" descr="A graph of a number of dots&#10;&#10;AI-generated content may be incorrect.">
            <a:extLst>
              <a:ext uri="{FF2B5EF4-FFF2-40B4-BE49-F238E27FC236}">
                <a16:creationId xmlns:a16="http://schemas.microsoft.com/office/drawing/2014/main" id="{4A0BB0BF-B429-4515-E1E0-965B101C92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11162" y="42948"/>
            <a:ext cx="3184141" cy="2242568"/>
          </a:xfrm>
          <a:prstGeom prst="rect">
            <a:avLst/>
          </a:prstGeom>
        </p:spPr>
      </p:pic>
      <p:pic>
        <p:nvPicPr>
          <p:cNvPr id="20" name="Picture 19" descr="A table with different colored text&#10;&#10;AI-generated content may be incorrect.">
            <a:extLst>
              <a:ext uri="{FF2B5EF4-FFF2-40B4-BE49-F238E27FC236}">
                <a16:creationId xmlns:a16="http://schemas.microsoft.com/office/drawing/2014/main" id="{9FD7E7B8-65A8-1E28-9EE3-0759962F707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4785" y="2388455"/>
            <a:ext cx="4775033" cy="2967342"/>
          </a:xfrm>
          <a:prstGeom prst="rect">
            <a:avLst/>
          </a:prstGeom>
        </p:spPr>
      </p:pic>
      <p:pic>
        <p:nvPicPr>
          <p:cNvPr id="43" name="Picture 42" descr="A screenshot of a graph&#10;&#10;AI-generated content may be incorrect.">
            <a:extLst>
              <a:ext uri="{FF2B5EF4-FFF2-40B4-BE49-F238E27FC236}">
                <a16:creationId xmlns:a16="http://schemas.microsoft.com/office/drawing/2014/main" id="{DDF22BC3-5A7F-BD9E-91FD-E69C397299D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30611" y="77426"/>
            <a:ext cx="3425133" cy="2199383"/>
          </a:xfrm>
          <a:prstGeom prst="rect">
            <a:avLst/>
          </a:prstGeom>
        </p:spPr>
      </p:pic>
      <p:pic>
        <p:nvPicPr>
          <p:cNvPr id="34" name="Picture 33" descr="A graph of a number of people&#10;&#10;AI-generated content may be incorrect.">
            <a:extLst>
              <a:ext uri="{FF2B5EF4-FFF2-40B4-BE49-F238E27FC236}">
                <a16:creationId xmlns:a16="http://schemas.microsoft.com/office/drawing/2014/main" id="{5468572F-DAF5-358E-554B-7683C6F44A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030021" y="6717119"/>
            <a:ext cx="5457192" cy="2710221"/>
          </a:xfrm>
          <a:prstGeom prst="rect">
            <a:avLst/>
          </a:prstGeom>
        </p:spPr>
      </p:pic>
      <p:pic>
        <p:nvPicPr>
          <p:cNvPr id="36" name="Picture 35" descr="A group of graphs showing the different types of data&#10;&#10;AI-generated content may be incorrect.">
            <a:extLst>
              <a:ext uri="{FF2B5EF4-FFF2-40B4-BE49-F238E27FC236}">
                <a16:creationId xmlns:a16="http://schemas.microsoft.com/office/drawing/2014/main" id="{7B7657CD-CBF6-D83D-B808-2A7F1A1AB0D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030021" y="3721524"/>
            <a:ext cx="5510698" cy="2734493"/>
          </a:xfrm>
          <a:prstGeom prst="rect">
            <a:avLst/>
          </a:prstGeom>
        </p:spPr>
      </p:pic>
      <p:pic>
        <p:nvPicPr>
          <p:cNvPr id="24" name="Picture 23" descr="A graph of growth and growth&#10;&#10;AI-generated content may be incorrect.">
            <a:extLst>
              <a:ext uri="{FF2B5EF4-FFF2-40B4-BE49-F238E27FC236}">
                <a16:creationId xmlns:a16="http://schemas.microsoft.com/office/drawing/2014/main" id="{14413989-80BE-4691-99BC-4A1B7F93D36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030021" y="2525780"/>
            <a:ext cx="5457572" cy="875053"/>
          </a:xfrm>
          <a:prstGeom prst="rect">
            <a:avLst/>
          </a:prstGeom>
        </p:spPr>
      </p:pic>
      <p:sp>
        <p:nvSpPr>
          <p:cNvPr id="4" name="TextBox 3">
            <a:extLst>
              <a:ext uri="{FF2B5EF4-FFF2-40B4-BE49-F238E27FC236}">
                <a16:creationId xmlns:a16="http://schemas.microsoft.com/office/drawing/2014/main" id="{3AD507A4-8B01-D210-4AB3-CC8BDAF95277}"/>
              </a:ext>
            </a:extLst>
          </p:cNvPr>
          <p:cNvSpPr txBox="1"/>
          <p:nvPr/>
        </p:nvSpPr>
        <p:spPr>
          <a:xfrm>
            <a:off x="-11868" y="-2039046"/>
            <a:ext cx="963534" cy="2031325"/>
          </a:xfrm>
          <a:prstGeom prst="rect">
            <a:avLst/>
          </a:prstGeom>
          <a:noFill/>
        </p:spPr>
        <p:txBody>
          <a:bodyPr wrap="none" rtlCol="0">
            <a:spAutoFit/>
          </a:bodyPr>
          <a:lstStyle/>
          <a:p>
            <a:r>
              <a:rPr lang="en-US" dirty="0"/>
              <a:t>Figure 5</a:t>
            </a:r>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EDF077A9-1699-A908-592B-69584EF23BCC}"/>
              </a:ext>
            </a:extLst>
          </p:cNvPr>
          <p:cNvSpPr txBox="1"/>
          <p:nvPr/>
        </p:nvSpPr>
        <p:spPr>
          <a:xfrm>
            <a:off x="0" y="13716000"/>
            <a:ext cx="963534" cy="3970318"/>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Figure 5</a:t>
            </a:r>
          </a:p>
        </p:txBody>
      </p:sp>
      <p:sp>
        <p:nvSpPr>
          <p:cNvPr id="12" name="TextBox 11">
            <a:extLst>
              <a:ext uri="{FF2B5EF4-FFF2-40B4-BE49-F238E27FC236}">
                <a16:creationId xmlns:a16="http://schemas.microsoft.com/office/drawing/2014/main" id="{01701812-0BAC-7EAA-99AC-7715E9155238}"/>
              </a:ext>
            </a:extLst>
          </p:cNvPr>
          <p:cNvSpPr txBox="1"/>
          <p:nvPr/>
        </p:nvSpPr>
        <p:spPr>
          <a:xfrm>
            <a:off x="4988742" y="2164687"/>
            <a:ext cx="5457510" cy="369332"/>
          </a:xfrm>
          <a:prstGeom prst="rect">
            <a:avLst/>
          </a:prstGeom>
          <a:noFill/>
        </p:spPr>
        <p:txBody>
          <a:bodyPr wrap="square" rtlCol="0">
            <a:spAutoFit/>
          </a:bodyPr>
          <a:lstStyle/>
          <a:p>
            <a:r>
              <a:rPr lang="en-US" dirty="0"/>
              <a:t>D </a:t>
            </a:r>
            <a:r>
              <a:rPr lang="en-US" sz="1200" dirty="0"/>
              <a:t>Symptoms reported more at infection but less after 1 year</a:t>
            </a:r>
          </a:p>
        </p:txBody>
      </p:sp>
      <p:sp>
        <p:nvSpPr>
          <p:cNvPr id="14" name="TextBox 13">
            <a:extLst>
              <a:ext uri="{FF2B5EF4-FFF2-40B4-BE49-F238E27FC236}">
                <a16:creationId xmlns:a16="http://schemas.microsoft.com/office/drawing/2014/main" id="{AD262C0F-609D-54EA-EAB0-E3721253249B}"/>
              </a:ext>
            </a:extLst>
          </p:cNvPr>
          <p:cNvSpPr txBox="1"/>
          <p:nvPr/>
        </p:nvSpPr>
        <p:spPr>
          <a:xfrm>
            <a:off x="5020933" y="3402760"/>
            <a:ext cx="5425321" cy="369332"/>
          </a:xfrm>
          <a:prstGeom prst="rect">
            <a:avLst/>
          </a:prstGeom>
          <a:noFill/>
        </p:spPr>
        <p:txBody>
          <a:bodyPr wrap="square" rtlCol="0">
            <a:spAutoFit/>
          </a:bodyPr>
          <a:lstStyle/>
          <a:p>
            <a:r>
              <a:rPr lang="en-US" dirty="0"/>
              <a:t>E </a:t>
            </a:r>
            <a:r>
              <a:rPr lang="en-US" sz="1200" dirty="0"/>
              <a:t>Symptoms increasingly reported after infection and then reduced after 1 year</a:t>
            </a:r>
          </a:p>
        </p:txBody>
      </p:sp>
      <p:sp>
        <p:nvSpPr>
          <p:cNvPr id="2" name="TextBox 1">
            <a:extLst>
              <a:ext uri="{FF2B5EF4-FFF2-40B4-BE49-F238E27FC236}">
                <a16:creationId xmlns:a16="http://schemas.microsoft.com/office/drawing/2014/main" id="{936B576E-E88B-47B4-9366-584737A9E035}"/>
              </a:ext>
            </a:extLst>
          </p:cNvPr>
          <p:cNvSpPr txBox="1"/>
          <p:nvPr/>
        </p:nvSpPr>
        <p:spPr>
          <a:xfrm>
            <a:off x="5020933" y="6386815"/>
            <a:ext cx="5328855" cy="369332"/>
          </a:xfrm>
          <a:prstGeom prst="rect">
            <a:avLst/>
          </a:prstGeom>
          <a:noFill/>
        </p:spPr>
        <p:txBody>
          <a:bodyPr wrap="square" rtlCol="0">
            <a:spAutoFit/>
          </a:bodyPr>
          <a:lstStyle/>
          <a:p>
            <a:r>
              <a:rPr lang="en-US" dirty="0"/>
              <a:t>F </a:t>
            </a:r>
            <a:r>
              <a:rPr lang="en-US" sz="1200" dirty="0"/>
              <a:t>Symptoms increasingly reported after infection and after 1 year</a:t>
            </a:r>
          </a:p>
        </p:txBody>
      </p:sp>
      <p:sp>
        <p:nvSpPr>
          <p:cNvPr id="18" name="Rectangle 17">
            <a:extLst>
              <a:ext uri="{FF2B5EF4-FFF2-40B4-BE49-F238E27FC236}">
                <a16:creationId xmlns:a16="http://schemas.microsoft.com/office/drawing/2014/main" id="{A0AAE80C-44D5-7635-F91D-9DF4DC09DE3D}"/>
              </a:ext>
            </a:extLst>
          </p:cNvPr>
          <p:cNvSpPr/>
          <p:nvPr/>
        </p:nvSpPr>
        <p:spPr>
          <a:xfrm>
            <a:off x="6419734" y="5599258"/>
            <a:ext cx="4067480" cy="8018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7836914-094A-7F2B-6F8F-BC1982D252C4}"/>
              </a:ext>
            </a:extLst>
          </p:cNvPr>
          <p:cNvSpPr txBox="1"/>
          <p:nvPr/>
        </p:nvSpPr>
        <p:spPr>
          <a:xfrm>
            <a:off x="208924" y="8870331"/>
            <a:ext cx="261610" cy="369332"/>
          </a:xfrm>
          <a:prstGeom prst="rect">
            <a:avLst/>
          </a:prstGeom>
          <a:noFill/>
        </p:spPr>
        <p:txBody>
          <a:bodyPr wrap="none" rtlCol="0">
            <a:spAutoFit/>
          </a:bodyPr>
          <a:lstStyle/>
          <a:p>
            <a:r>
              <a:rPr lang="en-US" dirty="0"/>
              <a:t>J</a:t>
            </a:r>
          </a:p>
        </p:txBody>
      </p:sp>
      <p:sp>
        <p:nvSpPr>
          <p:cNvPr id="15" name="TextBox 14">
            <a:extLst>
              <a:ext uri="{FF2B5EF4-FFF2-40B4-BE49-F238E27FC236}">
                <a16:creationId xmlns:a16="http://schemas.microsoft.com/office/drawing/2014/main" id="{DD860F68-D539-DC6A-0A0F-1A54C1FC0353}"/>
              </a:ext>
            </a:extLst>
          </p:cNvPr>
          <p:cNvSpPr txBox="1"/>
          <p:nvPr/>
        </p:nvSpPr>
        <p:spPr>
          <a:xfrm>
            <a:off x="5154441" y="9602792"/>
            <a:ext cx="243978" cy="369332"/>
          </a:xfrm>
          <a:prstGeom prst="rect">
            <a:avLst/>
          </a:prstGeom>
          <a:noFill/>
        </p:spPr>
        <p:txBody>
          <a:bodyPr wrap="none" rtlCol="0">
            <a:spAutoFit/>
          </a:bodyPr>
          <a:lstStyle/>
          <a:p>
            <a:r>
              <a:rPr lang="en-US" dirty="0"/>
              <a:t>I</a:t>
            </a:r>
          </a:p>
        </p:txBody>
      </p:sp>
      <p:sp>
        <p:nvSpPr>
          <p:cNvPr id="16" name="TextBox 15">
            <a:extLst>
              <a:ext uri="{FF2B5EF4-FFF2-40B4-BE49-F238E27FC236}">
                <a16:creationId xmlns:a16="http://schemas.microsoft.com/office/drawing/2014/main" id="{ECB4B0C6-3112-F67B-6E51-08A873634CC3}"/>
              </a:ext>
            </a:extLst>
          </p:cNvPr>
          <p:cNvSpPr txBox="1"/>
          <p:nvPr/>
        </p:nvSpPr>
        <p:spPr>
          <a:xfrm>
            <a:off x="0" y="2380531"/>
            <a:ext cx="324128" cy="369332"/>
          </a:xfrm>
          <a:prstGeom prst="rect">
            <a:avLst/>
          </a:prstGeom>
          <a:noFill/>
        </p:spPr>
        <p:txBody>
          <a:bodyPr wrap="none" rtlCol="0">
            <a:spAutoFit/>
          </a:bodyPr>
          <a:lstStyle/>
          <a:p>
            <a:r>
              <a:rPr lang="en-US" dirty="0"/>
              <a:t>B</a:t>
            </a:r>
          </a:p>
        </p:txBody>
      </p:sp>
      <p:pic>
        <p:nvPicPr>
          <p:cNvPr id="1040" name="Picture 16">
            <a:extLst>
              <a:ext uri="{FF2B5EF4-FFF2-40B4-BE49-F238E27FC236}">
                <a16:creationId xmlns:a16="http://schemas.microsoft.com/office/drawing/2014/main" id="{428660D4-CBC1-1545-D7A0-BA1D71518036}"/>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9838" t="40599" r="38609" b="40612"/>
          <a:stretch>
            <a:fillRect/>
          </a:stretch>
        </p:blipFill>
        <p:spPr bwMode="auto">
          <a:xfrm>
            <a:off x="6692999" y="5655333"/>
            <a:ext cx="963534" cy="63447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B2D0605-4F06-9754-4303-9458D01808D6}"/>
              </a:ext>
            </a:extLst>
          </p:cNvPr>
          <p:cNvSpPr txBox="1"/>
          <p:nvPr/>
        </p:nvSpPr>
        <p:spPr>
          <a:xfrm>
            <a:off x="2135" y="0"/>
            <a:ext cx="320922" cy="369332"/>
          </a:xfrm>
          <a:prstGeom prst="rect">
            <a:avLst/>
          </a:prstGeom>
          <a:noFill/>
        </p:spPr>
        <p:txBody>
          <a:bodyPr wrap="none" rtlCol="0">
            <a:spAutoFit/>
          </a:bodyPr>
          <a:lstStyle/>
          <a:p>
            <a:r>
              <a:rPr lang="en-US" dirty="0"/>
              <a:t>A</a:t>
            </a:r>
          </a:p>
        </p:txBody>
      </p:sp>
      <p:sp>
        <p:nvSpPr>
          <p:cNvPr id="33" name="TextBox 32">
            <a:extLst>
              <a:ext uri="{FF2B5EF4-FFF2-40B4-BE49-F238E27FC236}">
                <a16:creationId xmlns:a16="http://schemas.microsoft.com/office/drawing/2014/main" id="{B01B9663-0B57-348C-E6B7-7566C6FDE7A9}"/>
              </a:ext>
            </a:extLst>
          </p:cNvPr>
          <p:cNvSpPr txBox="1"/>
          <p:nvPr/>
        </p:nvSpPr>
        <p:spPr>
          <a:xfrm>
            <a:off x="3655599" y="12340"/>
            <a:ext cx="344966" cy="369332"/>
          </a:xfrm>
          <a:prstGeom prst="rect">
            <a:avLst/>
          </a:prstGeom>
          <a:noFill/>
        </p:spPr>
        <p:txBody>
          <a:bodyPr wrap="none" rtlCol="0">
            <a:spAutoFit/>
          </a:bodyPr>
          <a:lstStyle/>
          <a:p>
            <a:r>
              <a:rPr lang="en-US" dirty="0"/>
              <a:t>C</a:t>
            </a:r>
          </a:p>
        </p:txBody>
      </p:sp>
      <p:sp>
        <p:nvSpPr>
          <p:cNvPr id="37" name="Rectangle 36">
            <a:extLst>
              <a:ext uri="{FF2B5EF4-FFF2-40B4-BE49-F238E27FC236}">
                <a16:creationId xmlns:a16="http://schemas.microsoft.com/office/drawing/2014/main" id="{CD80BF35-9E61-0F02-A2E2-D5145A133859}"/>
              </a:ext>
            </a:extLst>
          </p:cNvPr>
          <p:cNvSpPr/>
          <p:nvPr/>
        </p:nvSpPr>
        <p:spPr>
          <a:xfrm>
            <a:off x="9144280" y="2591381"/>
            <a:ext cx="1301972" cy="7702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A graph of a number of patients&#10;&#10;AI-generated content may be incorrect.">
            <a:extLst>
              <a:ext uri="{FF2B5EF4-FFF2-40B4-BE49-F238E27FC236}">
                <a16:creationId xmlns:a16="http://schemas.microsoft.com/office/drawing/2014/main" id="{3419E781-784F-6197-CB28-2F178ED0B26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8136" y="5410296"/>
            <a:ext cx="4701692" cy="3507613"/>
          </a:xfrm>
          <a:prstGeom prst="rect">
            <a:avLst/>
          </a:prstGeom>
        </p:spPr>
      </p:pic>
      <p:pic>
        <p:nvPicPr>
          <p:cNvPr id="41" name="Picture 40" descr="A white rectangular sign with red text&#10;&#10;AI-generated content may be incorrect.">
            <a:extLst>
              <a:ext uri="{FF2B5EF4-FFF2-40B4-BE49-F238E27FC236}">
                <a16:creationId xmlns:a16="http://schemas.microsoft.com/office/drawing/2014/main" id="{089249DC-67E1-F9F9-C773-555546DD6FC6}"/>
              </a:ext>
            </a:extLst>
          </p:cNvPr>
          <p:cNvPicPr>
            <a:picLocks noChangeAspect="1"/>
          </p:cNvPicPr>
          <p:nvPr/>
        </p:nvPicPr>
        <p:blipFill>
          <a:blip r:embed="rId17">
            <a:extLst>
              <a:ext uri="{28A0092B-C50C-407E-A947-70E740481C1C}">
                <a14:useLocalDpi xmlns:a14="http://schemas.microsoft.com/office/drawing/2010/main" val="0"/>
              </a:ext>
            </a:extLst>
          </a:blip>
          <a:srcRect l="38856" t="42796" r="38351" b="43071"/>
          <a:stretch>
            <a:fillRect/>
          </a:stretch>
        </p:blipFill>
        <p:spPr>
          <a:xfrm>
            <a:off x="3344686" y="5792350"/>
            <a:ext cx="977618" cy="457885"/>
          </a:xfrm>
          <a:prstGeom prst="rect">
            <a:avLst/>
          </a:prstGeom>
        </p:spPr>
      </p:pic>
      <p:sp>
        <p:nvSpPr>
          <p:cNvPr id="11" name="TextBox 10">
            <a:extLst>
              <a:ext uri="{FF2B5EF4-FFF2-40B4-BE49-F238E27FC236}">
                <a16:creationId xmlns:a16="http://schemas.microsoft.com/office/drawing/2014/main" id="{C61F476D-6295-ADF4-D0A6-F06C09BE77F5}"/>
              </a:ext>
            </a:extLst>
          </p:cNvPr>
          <p:cNvSpPr txBox="1"/>
          <p:nvPr/>
        </p:nvSpPr>
        <p:spPr>
          <a:xfrm>
            <a:off x="130610" y="5470941"/>
            <a:ext cx="348172" cy="369332"/>
          </a:xfrm>
          <a:prstGeom prst="rect">
            <a:avLst/>
          </a:prstGeom>
          <a:noFill/>
        </p:spPr>
        <p:txBody>
          <a:bodyPr wrap="none" rtlCol="0">
            <a:spAutoFit/>
          </a:bodyPr>
          <a:lstStyle/>
          <a:p>
            <a:r>
              <a:rPr lang="en-US" dirty="0"/>
              <a:t>G</a:t>
            </a:r>
          </a:p>
        </p:txBody>
      </p:sp>
      <p:pic>
        <p:nvPicPr>
          <p:cNvPr id="53" name="Picture 52" descr="A white rectangular sign with black text&#10;&#10;AI-generated content may be incorrect.">
            <a:extLst>
              <a:ext uri="{FF2B5EF4-FFF2-40B4-BE49-F238E27FC236}">
                <a16:creationId xmlns:a16="http://schemas.microsoft.com/office/drawing/2014/main" id="{3AC57054-8D17-72D0-240F-D5832E7947DF}"/>
              </a:ext>
            </a:extLst>
          </p:cNvPr>
          <p:cNvPicPr>
            <a:picLocks noChangeAspect="1"/>
          </p:cNvPicPr>
          <p:nvPr/>
        </p:nvPicPr>
        <p:blipFill>
          <a:blip r:embed="rId18">
            <a:extLst>
              <a:ext uri="{28A0092B-C50C-407E-A947-70E740481C1C}">
                <a14:useLocalDpi xmlns:a14="http://schemas.microsoft.com/office/drawing/2010/main" val="0"/>
              </a:ext>
            </a:extLst>
          </a:blip>
          <a:srcRect l="30233" t="39508" r="30621" b="40357"/>
          <a:stretch>
            <a:fillRect/>
          </a:stretch>
        </p:blipFill>
        <p:spPr>
          <a:xfrm>
            <a:off x="2991143" y="19958023"/>
            <a:ext cx="1124931" cy="436765"/>
          </a:xfrm>
          <a:prstGeom prst="rect">
            <a:avLst/>
          </a:prstGeom>
        </p:spPr>
      </p:pic>
      <p:sp>
        <p:nvSpPr>
          <p:cNvPr id="10" name="TextBox 9">
            <a:extLst>
              <a:ext uri="{FF2B5EF4-FFF2-40B4-BE49-F238E27FC236}">
                <a16:creationId xmlns:a16="http://schemas.microsoft.com/office/drawing/2014/main" id="{D308D660-7A57-D57C-B0BF-4D6D292B717D}"/>
              </a:ext>
            </a:extLst>
          </p:cNvPr>
          <p:cNvSpPr txBox="1"/>
          <p:nvPr/>
        </p:nvSpPr>
        <p:spPr>
          <a:xfrm>
            <a:off x="6862954" y="105086"/>
            <a:ext cx="348172" cy="369332"/>
          </a:xfrm>
          <a:prstGeom prst="rect">
            <a:avLst/>
          </a:prstGeom>
          <a:noFill/>
        </p:spPr>
        <p:txBody>
          <a:bodyPr wrap="none" rtlCol="0">
            <a:spAutoFit/>
          </a:bodyPr>
          <a:lstStyle/>
          <a:p>
            <a:r>
              <a:rPr lang="en-US" dirty="0"/>
              <a:t>H</a:t>
            </a:r>
          </a:p>
        </p:txBody>
      </p:sp>
      <p:pic>
        <p:nvPicPr>
          <p:cNvPr id="21" name="Picture 20" descr="A white rectangular sign with red yellow and green text&#10;&#10;AI-generated content may be incorrect.">
            <a:extLst>
              <a:ext uri="{FF2B5EF4-FFF2-40B4-BE49-F238E27FC236}">
                <a16:creationId xmlns:a16="http://schemas.microsoft.com/office/drawing/2014/main" id="{DC0E5549-DC31-BDFA-4C3B-D99D09546447}"/>
              </a:ext>
            </a:extLst>
          </p:cNvPr>
          <p:cNvPicPr>
            <a:picLocks noChangeAspect="1"/>
          </p:cNvPicPr>
          <p:nvPr/>
        </p:nvPicPr>
        <p:blipFill>
          <a:blip r:embed="rId19">
            <a:extLst>
              <a:ext uri="{28A0092B-C50C-407E-A947-70E740481C1C}">
                <a14:useLocalDpi xmlns:a14="http://schemas.microsoft.com/office/drawing/2010/main" val="0"/>
              </a:ext>
            </a:extLst>
          </a:blip>
          <a:srcRect l="31646" t="28775" r="31905" b="28486"/>
          <a:stretch>
            <a:fillRect/>
          </a:stretch>
        </p:blipFill>
        <p:spPr>
          <a:xfrm>
            <a:off x="4135813" y="282674"/>
            <a:ext cx="979652" cy="595117"/>
          </a:xfrm>
          <a:prstGeom prst="rect">
            <a:avLst/>
          </a:prstGeom>
        </p:spPr>
      </p:pic>
      <p:pic>
        <p:nvPicPr>
          <p:cNvPr id="3" name="Picture 2">
            <a:extLst>
              <a:ext uri="{FF2B5EF4-FFF2-40B4-BE49-F238E27FC236}">
                <a16:creationId xmlns:a16="http://schemas.microsoft.com/office/drawing/2014/main" id="{75BCDA87-E9F3-0EAF-0D75-1802C125C0A5}"/>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1873010" y="34240"/>
            <a:ext cx="6416351" cy="6559065"/>
          </a:xfrm>
          <a:prstGeom prst="rect">
            <a:avLst/>
          </a:prstGeom>
          <a:noFill/>
          <a:ln>
            <a:noFill/>
          </a:ln>
        </p:spPr>
      </p:pic>
      <p:pic>
        <p:nvPicPr>
          <p:cNvPr id="6" name="Picture 5" descr="A line of dots with text&#10;&#10;AI-generated content may be incorrect.">
            <a:extLst>
              <a:ext uri="{FF2B5EF4-FFF2-40B4-BE49-F238E27FC236}">
                <a16:creationId xmlns:a16="http://schemas.microsoft.com/office/drawing/2014/main" id="{05B60080-245D-80E0-C3DF-86945C356092}"/>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3895332" y="6593305"/>
            <a:ext cx="4392668" cy="1769108"/>
          </a:xfrm>
          <a:prstGeom prst="rect">
            <a:avLst/>
          </a:prstGeom>
        </p:spPr>
      </p:pic>
      <p:sp>
        <p:nvSpPr>
          <p:cNvPr id="7" name="Rectangle 6">
            <a:extLst>
              <a:ext uri="{FF2B5EF4-FFF2-40B4-BE49-F238E27FC236}">
                <a16:creationId xmlns:a16="http://schemas.microsoft.com/office/drawing/2014/main" id="{DEC04C92-2E69-248A-4A2D-1CE670FCC17B}"/>
              </a:ext>
            </a:extLst>
          </p:cNvPr>
          <p:cNvSpPr/>
          <p:nvPr/>
        </p:nvSpPr>
        <p:spPr>
          <a:xfrm>
            <a:off x="1694087" y="9336506"/>
            <a:ext cx="303155" cy="245444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28575">
                <a:solidFill>
                  <a:schemeClr val="tx1"/>
                </a:solidFill>
              </a:ln>
            </a:endParaRPr>
          </a:p>
        </p:txBody>
      </p:sp>
      <p:sp>
        <p:nvSpPr>
          <p:cNvPr id="8" name="Rectangle 7">
            <a:extLst>
              <a:ext uri="{FF2B5EF4-FFF2-40B4-BE49-F238E27FC236}">
                <a16:creationId xmlns:a16="http://schemas.microsoft.com/office/drawing/2014/main" id="{CF9119DE-982D-1A2E-C75D-102E2A0BD726}"/>
              </a:ext>
            </a:extLst>
          </p:cNvPr>
          <p:cNvSpPr/>
          <p:nvPr/>
        </p:nvSpPr>
        <p:spPr>
          <a:xfrm>
            <a:off x="3504021" y="9330524"/>
            <a:ext cx="303155" cy="245444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28575">
                <a:solidFill>
                  <a:schemeClr val="tx1"/>
                </a:solidFill>
              </a:ln>
            </a:endParaRPr>
          </a:p>
        </p:txBody>
      </p:sp>
    </p:spTree>
    <p:extLst>
      <p:ext uri="{BB962C8B-B14F-4D97-AF65-F5344CB8AC3E}">
        <p14:creationId xmlns:p14="http://schemas.microsoft.com/office/powerpoint/2010/main" val="363901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491AB-6A00-7422-4B12-94EE5B564DBF}"/>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E82C7D6A-9513-C9B4-7D38-596CB56BF8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50844" y="4249657"/>
            <a:ext cx="7065559" cy="2606210"/>
          </a:xfrm>
          <a:prstGeom prst="rect">
            <a:avLst/>
          </a:prstGeom>
        </p:spPr>
      </p:pic>
      <p:pic>
        <p:nvPicPr>
          <p:cNvPr id="57" name="Picture 56">
            <a:extLst>
              <a:ext uri="{FF2B5EF4-FFF2-40B4-BE49-F238E27FC236}">
                <a16:creationId xmlns:a16="http://schemas.microsoft.com/office/drawing/2014/main" id="{DDE37BA8-4010-9A16-559A-B3A964B906E3}"/>
              </a:ext>
            </a:extLst>
          </p:cNvPr>
          <p:cNvPicPr>
            <a:picLocks noChangeAspect="1"/>
          </p:cNvPicPr>
          <p:nvPr/>
        </p:nvPicPr>
        <p:blipFill>
          <a:blip r:embed="rId5" cstate="print">
            <a:extLst>
              <a:ext uri="{28A0092B-C50C-407E-A947-70E740481C1C}">
                <a14:useLocalDpi xmlns:a14="http://schemas.microsoft.com/office/drawing/2010/main" val="0"/>
              </a:ext>
            </a:extLst>
          </a:blip>
          <a:srcRect l="77545" t="75434"/>
          <a:stretch>
            <a:fillRect/>
          </a:stretch>
        </p:blipFill>
        <p:spPr bwMode="auto">
          <a:xfrm>
            <a:off x="9140664" y="6779304"/>
            <a:ext cx="2843100" cy="2210094"/>
          </a:xfrm>
          <a:prstGeom prst="rect">
            <a:avLst/>
          </a:prstGeom>
          <a:noFill/>
          <a:ln>
            <a:noFill/>
          </a:ln>
        </p:spPr>
      </p:pic>
      <p:pic>
        <p:nvPicPr>
          <p:cNvPr id="42" name="Picture 41" descr="A yellow and red pie chart&#10;&#10;AI-generated content may be incorrect.">
            <a:extLst>
              <a:ext uri="{FF2B5EF4-FFF2-40B4-BE49-F238E27FC236}">
                <a16:creationId xmlns:a16="http://schemas.microsoft.com/office/drawing/2014/main" id="{2B551100-4BDF-8D99-D23A-3584CAAA895A}"/>
              </a:ext>
            </a:extLst>
          </p:cNvPr>
          <p:cNvPicPr>
            <a:picLocks noChangeAspect="1"/>
          </p:cNvPicPr>
          <p:nvPr/>
        </p:nvPicPr>
        <p:blipFill>
          <a:blip r:embed="rId6">
            <a:extLst>
              <a:ext uri="{28A0092B-C50C-407E-A947-70E740481C1C}">
                <a14:useLocalDpi xmlns:a14="http://schemas.microsoft.com/office/drawing/2010/main" val="0"/>
              </a:ext>
            </a:extLst>
          </a:blip>
          <a:srcRect r="50369"/>
          <a:stretch>
            <a:fillRect/>
          </a:stretch>
        </p:blipFill>
        <p:spPr>
          <a:xfrm>
            <a:off x="4686021" y="6864553"/>
            <a:ext cx="2502909" cy="2279447"/>
          </a:xfrm>
          <a:prstGeom prst="rect">
            <a:avLst/>
          </a:prstGeom>
        </p:spPr>
      </p:pic>
      <p:pic>
        <p:nvPicPr>
          <p:cNvPr id="48" name="Picture 47" descr="A yellow and red pie chart&#10;&#10;AI-generated content may be incorrect.">
            <a:extLst>
              <a:ext uri="{FF2B5EF4-FFF2-40B4-BE49-F238E27FC236}">
                <a16:creationId xmlns:a16="http://schemas.microsoft.com/office/drawing/2014/main" id="{FD116439-9334-442B-4286-11AE708DFD53}"/>
              </a:ext>
            </a:extLst>
          </p:cNvPr>
          <p:cNvPicPr>
            <a:picLocks noChangeAspect="1"/>
          </p:cNvPicPr>
          <p:nvPr/>
        </p:nvPicPr>
        <p:blipFill>
          <a:blip r:embed="rId6">
            <a:extLst>
              <a:ext uri="{28A0092B-C50C-407E-A947-70E740481C1C}">
                <a14:useLocalDpi xmlns:a14="http://schemas.microsoft.com/office/drawing/2010/main" val="0"/>
              </a:ext>
            </a:extLst>
          </a:blip>
          <a:srcRect l="56487"/>
          <a:stretch>
            <a:fillRect/>
          </a:stretch>
        </p:blipFill>
        <p:spPr>
          <a:xfrm>
            <a:off x="7174982" y="6836866"/>
            <a:ext cx="2213248" cy="2299025"/>
          </a:xfrm>
          <a:prstGeom prst="rect">
            <a:avLst/>
          </a:prstGeom>
        </p:spPr>
      </p:pic>
      <p:pic>
        <p:nvPicPr>
          <p:cNvPr id="56" name="Picture 55" descr="A white background with black text&#10;&#10;AI-generated content may be incorrect.">
            <a:extLst>
              <a:ext uri="{FF2B5EF4-FFF2-40B4-BE49-F238E27FC236}">
                <a16:creationId xmlns:a16="http://schemas.microsoft.com/office/drawing/2014/main" id="{634D2FF0-4A89-C870-A59D-8866BB59BD0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5144" y="4266788"/>
            <a:ext cx="3745871" cy="2512516"/>
          </a:xfrm>
          <a:prstGeom prst="rect">
            <a:avLst/>
          </a:prstGeom>
        </p:spPr>
      </p:pic>
      <p:pic>
        <p:nvPicPr>
          <p:cNvPr id="37" name="Picture 36" descr="A close-up of a pie chart&#10;&#10;AI-generated content may be incorrect.">
            <a:extLst>
              <a:ext uri="{FF2B5EF4-FFF2-40B4-BE49-F238E27FC236}">
                <a16:creationId xmlns:a16="http://schemas.microsoft.com/office/drawing/2014/main" id="{7C8E3DB5-B99F-1B12-0D8D-3DDE97CA831E}"/>
              </a:ext>
            </a:extLst>
          </p:cNvPr>
          <p:cNvPicPr>
            <a:picLocks noChangeAspect="1"/>
          </p:cNvPicPr>
          <p:nvPr/>
        </p:nvPicPr>
        <p:blipFill>
          <a:blip r:embed="rId8">
            <a:extLst>
              <a:ext uri="{28A0092B-C50C-407E-A947-70E740481C1C}">
                <a14:useLocalDpi xmlns:a14="http://schemas.microsoft.com/office/drawing/2010/main" val="0"/>
              </a:ext>
            </a:extLst>
          </a:blip>
          <a:srcRect r="52756"/>
          <a:stretch>
            <a:fillRect/>
          </a:stretch>
        </p:blipFill>
        <p:spPr>
          <a:xfrm>
            <a:off x="19811" y="6844975"/>
            <a:ext cx="2342238" cy="2299025"/>
          </a:xfrm>
          <a:prstGeom prst="rect">
            <a:avLst/>
          </a:prstGeom>
        </p:spPr>
      </p:pic>
      <p:pic>
        <p:nvPicPr>
          <p:cNvPr id="47" name="Picture 46" descr="A close-up of a pie chart&#10;&#10;AI-generated content may be incorrect.">
            <a:extLst>
              <a:ext uri="{FF2B5EF4-FFF2-40B4-BE49-F238E27FC236}">
                <a16:creationId xmlns:a16="http://schemas.microsoft.com/office/drawing/2014/main" id="{E37E865B-5886-87F3-B3F0-493DA71B22EB}"/>
              </a:ext>
            </a:extLst>
          </p:cNvPr>
          <p:cNvPicPr>
            <a:picLocks noChangeAspect="1"/>
          </p:cNvPicPr>
          <p:nvPr/>
        </p:nvPicPr>
        <p:blipFill>
          <a:blip r:embed="rId8">
            <a:extLst>
              <a:ext uri="{28A0092B-C50C-407E-A947-70E740481C1C}">
                <a14:useLocalDpi xmlns:a14="http://schemas.microsoft.com/office/drawing/2010/main" val="0"/>
              </a:ext>
            </a:extLst>
          </a:blip>
          <a:srcRect l="52775"/>
          <a:stretch>
            <a:fillRect/>
          </a:stretch>
        </p:blipFill>
        <p:spPr>
          <a:xfrm>
            <a:off x="2354144" y="6844975"/>
            <a:ext cx="2341288" cy="2299025"/>
          </a:xfrm>
          <a:prstGeom prst="rect">
            <a:avLst/>
          </a:prstGeom>
        </p:spPr>
      </p:pic>
      <p:pic>
        <p:nvPicPr>
          <p:cNvPr id="21" name="Picture 20" descr="A close up of a screen&#10;&#10;AI-generated content may be incorrect.">
            <a:extLst>
              <a:ext uri="{FF2B5EF4-FFF2-40B4-BE49-F238E27FC236}">
                <a16:creationId xmlns:a16="http://schemas.microsoft.com/office/drawing/2014/main" id="{12A03B08-872D-20D0-76F5-834BB06D702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69283" y="349849"/>
            <a:ext cx="6092068" cy="3863077"/>
          </a:xfrm>
          <a:prstGeom prst="rect">
            <a:avLst/>
          </a:prstGeom>
        </p:spPr>
      </p:pic>
      <p:pic>
        <p:nvPicPr>
          <p:cNvPr id="17" name="Picture 16" descr="A close up of a screen&#10;&#10;AI-generated content may be incorrect.">
            <a:extLst>
              <a:ext uri="{FF2B5EF4-FFF2-40B4-BE49-F238E27FC236}">
                <a16:creationId xmlns:a16="http://schemas.microsoft.com/office/drawing/2014/main" id="{AB48D959-F67D-D983-462C-B0B426F7F73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583" y="409720"/>
            <a:ext cx="6092068" cy="3875459"/>
          </a:xfrm>
          <a:prstGeom prst="rect">
            <a:avLst/>
          </a:prstGeom>
        </p:spPr>
      </p:pic>
      <p:sp>
        <p:nvSpPr>
          <p:cNvPr id="4" name="TextBox 3">
            <a:extLst>
              <a:ext uri="{FF2B5EF4-FFF2-40B4-BE49-F238E27FC236}">
                <a16:creationId xmlns:a16="http://schemas.microsoft.com/office/drawing/2014/main" id="{D10B63DA-ED77-41C6-328D-FC3AD6DA1425}"/>
              </a:ext>
            </a:extLst>
          </p:cNvPr>
          <p:cNvSpPr txBox="1"/>
          <p:nvPr/>
        </p:nvSpPr>
        <p:spPr>
          <a:xfrm>
            <a:off x="-11868" y="-2039046"/>
            <a:ext cx="1096582" cy="2031325"/>
          </a:xfrm>
          <a:prstGeom prst="rect">
            <a:avLst/>
          </a:prstGeom>
          <a:noFill/>
        </p:spPr>
        <p:txBody>
          <a:bodyPr wrap="none" rtlCol="0">
            <a:spAutoFit/>
          </a:bodyPr>
          <a:lstStyle/>
          <a:p>
            <a:r>
              <a:rPr lang="en-US" dirty="0"/>
              <a:t>Figure XX</a:t>
            </a:r>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43EB3C07-7C5E-FB3D-408F-1D351E4993EC}"/>
              </a:ext>
            </a:extLst>
          </p:cNvPr>
          <p:cNvSpPr txBox="1"/>
          <p:nvPr/>
        </p:nvSpPr>
        <p:spPr>
          <a:xfrm>
            <a:off x="0" y="13716001"/>
            <a:ext cx="1096582" cy="2031325"/>
          </a:xfrm>
          <a:prstGeom prst="rect">
            <a:avLst/>
          </a:prstGeom>
          <a:noFill/>
        </p:spPr>
        <p:txBody>
          <a:bodyPr wrap="none" rtlCol="0">
            <a:spAutoFit/>
          </a:bodyPr>
          <a:lstStyle/>
          <a:p>
            <a:endParaRPr lang="en-US" dirty="0"/>
          </a:p>
          <a:p>
            <a:endParaRPr lang="en-US" dirty="0"/>
          </a:p>
          <a:p>
            <a:endParaRPr lang="en-US" dirty="0"/>
          </a:p>
          <a:p>
            <a:endParaRPr lang="en-US" dirty="0"/>
          </a:p>
          <a:p>
            <a:endParaRPr lang="en-US" dirty="0"/>
          </a:p>
          <a:p>
            <a:endParaRPr lang="en-US" dirty="0"/>
          </a:p>
          <a:p>
            <a:r>
              <a:rPr lang="en-US" dirty="0"/>
              <a:t>Figure XX</a:t>
            </a:r>
          </a:p>
        </p:txBody>
      </p:sp>
      <p:sp>
        <p:nvSpPr>
          <p:cNvPr id="15" name="TextBox 14">
            <a:extLst>
              <a:ext uri="{FF2B5EF4-FFF2-40B4-BE49-F238E27FC236}">
                <a16:creationId xmlns:a16="http://schemas.microsoft.com/office/drawing/2014/main" id="{AA3B05EE-34E6-A2B7-6FDC-81F517519900}"/>
              </a:ext>
            </a:extLst>
          </p:cNvPr>
          <p:cNvSpPr txBox="1"/>
          <p:nvPr/>
        </p:nvSpPr>
        <p:spPr>
          <a:xfrm>
            <a:off x="55659" y="75357"/>
            <a:ext cx="320922" cy="369332"/>
          </a:xfrm>
          <a:prstGeom prst="rect">
            <a:avLst/>
          </a:prstGeom>
          <a:noFill/>
        </p:spPr>
        <p:txBody>
          <a:bodyPr wrap="none" rtlCol="0">
            <a:spAutoFit/>
          </a:bodyPr>
          <a:lstStyle/>
          <a:p>
            <a:r>
              <a:rPr lang="en-US" dirty="0"/>
              <a:t>A</a:t>
            </a:r>
          </a:p>
        </p:txBody>
      </p:sp>
      <p:sp>
        <p:nvSpPr>
          <p:cNvPr id="16" name="TextBox 15">
            <a:extLst>
              <a:ext uri="{FF2B5EF4-FFF2-40B4-BE49-F238E27FC236}">
                <a16:creationId xmlns:a16="http://schemas.microsoft.com/office/drawing/2014/main" id="{112642C1-3B70-D2EE-E80E-83FB2D17AC60}"/>
              </a:ext>
            </a:extLst>
          </p:cNvPr>
          <p:cNvSpPr txBox="1"/>
          <p:nvPr/>
        </p:nvSpPr>
        <p:spPr>
          <a:xfrm>
            <a:off x="6144750" y="40388"/>
            <a:ext cx="324128" cy="369332"/>
          </a:xfrm>
          <a:prstGeom prst="rect">
            <a:avLst/>
          </a:prstGeom>
          <a:noFill/>
        </p:spPr>
        <p:txBody>
          <a:bodyPr wrap="none" rtlCol="0">
            <a:spAutoFit/>
          </a:bodyPr>
          <a:lstStyle/>
          <a:p>
            <a:r>
              <a:rPr lang="en-US" dirty="0"/>
              <a:t>B</a:t>
            </a:r>
          </a:p>
        </p:txBody>
      </p:sp>
      <p:sp>
        <p:nvSpPr>
          <p:cNvPr id="19" name="TextBox 18">
            <a:extLst>
              <a:ext uri="{FF2B5EF4-FFF2-40B4-BE49-F238E27FC236}">
                <a16:creationId xmlns:a16="http://schemas.microsoft.com/office/drawing/2014/main" id="{4F188C18-40EC-04F6-7EE7-8531F13A73A8}"/>
              </a:ext>
            </a:extLst>
          </p:cNvPr>
          <p:cNvSpPr txBox="1"/>
          <p:nvPr/>
        </p:nvSpPr>
        <p:spPr>
          <a:xfrm>
            <a:off x="75594" y="4272679"/>
            <a:ext cx="344966" cy="369332"/>
          </a:xfrm>
          <a:prstGeom prst="rect">
            <a:avLst/>
          </a:prstGeom>
          <a:noFill/>
        </p:spPr>
        <p:txBody>
          <a:bodyPr wrap="none" rtlCol="0">
            <a:spAutoFit/>
          </a:bodyPr>
          <a:lstStyle/>
          <a:p>
            <a:r>
              <a:rPr lang="en-US" dirty="0"/>
              <a:t>C</a:t>
            </a:r>
          </a:p>
        </p:txBody>
      </p:sp>
      <p:sp>
        <p:nvSpPr>
          <p:cNvPr id="22" name="TextBox 21">
            <a:extLst>
              <a:ext uri="{FF2B5EF4-FFF2-40B4-BE49-F238E27FC236}">
                <a16:creationId xmlns:a16="http://schemas.microsoft.com/office/drawing/2014/main" id="{C4BEBB9C-93D1-07F3-5C70-E20008AD596B}"/>
              </a:ext>
            </a:extLst>
          </p:cNvPr>
          <p:cNvSpPr txBox="1"/>
          <p:nvPr/>
        </p:nvSpPr>
        <p:spPr>
          <a:xfrm>
            <a:off x="4455668" y="4045990"/>
            <a:ext cx="343364" cy="369332"/>
          </a:xfrm>
          <a:prstGeom prst="rect">
            <a:avLst/>
          </a:prstGeom>
          <a:noFill/>
        </p:spPr>
        <p:txBody>
          <a:bodyPr wrap="none" rtlCol="0">
            <a:spAutoFit/>
          </a:bodyPr>
          <a:lstStyle/>
          <a:p>
            <a:r>
              <a:rPr lang="en-US" dirty="0"/>
              <a:t>D</a:t>
            </a:r>
          </a:p>
        </p:txBody>
      </p:sp>
      <p:sp>
        <p:nvSpPr>
          <p:cNvPr id="27" name="Rectangle 26">
            <a:extLst>
              <a:ext uri="{FF2B5EF4-FFF2-40B4-BE49-F238E27FC236}">
                <a16:creationId xmlns:a16="http://schemas.microsoft.com/office/drawing/2014/main" id="{B8796FC8-CF6B-2A20-0F91-E8948CDF4798}"/>
              </a:ext>
            </a:extLst>
          </p:cNvPr>
          <p:cNvSpPr/>
          <p:nvPr/>
        </p:nvSpPr>
        <p:spPr>
          <a:xfrm>
            <a:off x="5156319" y="5688445"/>
            <a:ext cx="275291" cy="227150"/>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7A8D57C-97ED-E3D2-E044-D919D2D0F5F5}"/>
              </a:ext>
            </a:extLst>
          </p:cNvPr>
          <p:cNvSpPr/>
          <p:nvPr/>
        </p:nvSpPr>
        <p:spPr>
          <a:xfrm>
            <a:off x="10418755" y="4323815"/>
            <a:ext cx="917702" cy="678494"/>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D2E5B37-9B65-F871-DB70-DBDCEB47F206}"/>
              </a:ext>
            </a:extLst>
          </p:cNvPr>
          <p:cNvSpPr/>
          <p:nvPr/>
        </p:nvSpPr>
        <p:spPr>
          <a:xfrm>
            <a:off x="5452623" y="4863509"/>
            <a:ext cx="4950229" cy="902125"/>
          </a:xfrm>
          <a:prstGeom prst="rect">
            <a:avLst/>
          </a:prstGeom>
          <a:noFill/>
          <a:ln w="127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A72BC82-E781-3FAC-0337-F31014065375}"/>
              </a:ext>
            </a:extLst>
          </p:cNvPr>
          <p:cNvSpPr txBox="1"/>
          <p:nvPr/>
        </p:nvSpPr>
        <p:spPr>
          <a:xfrm>
            <a:off x="3419879" y="1233961"/>
            <a:ext cx="308098" cy="369332"/>
          </a:xfrm>
          <a:prstGeom prst="rect">
            <a:avLst/>
          </a:prstGeom>
          <a:noFill/>
        </p:spPr>
        <p:txBody>
          <a:bodyPr wrap="none" rtlCol="0">
            <a:spAutoFit/>
          </a:bodyPr>
          <a:lstStyle/>
          <a:p>
            <a:r>
              <a:rPr lang="en-US" b="1" dirty="0">
                <a:solidFill>
                  <a:srgbClr val="FF0000"/>
                </a:solidFill>
              </a:rPr>
              <a:t>1</a:t>
            </a:r>
          </a:p>
        </p:txBody>
      </p:sp>
      <p:sp>
        <p:nvSpPr>
          <p:cNvPr id="31" name="TextBox 30">
            <a:extLst>
              <a:ext uri="{FF2B5EF4-FFF2-40B4-BE49-F238E27FC236}">
                <a16:creationId xmlns:a16="http://schemas.microsoft.com/office/drawing/2014/main" id="{58CEAB12-196C-9FFC-106A-342C1D77DED0}"/>
              </a:ext>
            </a:extLst>
          </p:cNvPr>
          <p:cNvSpPr txBox="1"/>
          <p:nvPr/>
        </p:nvSpPr>
        <p:spPr>
          <a:xfrm>
            <a:off x="4018593" y="1511868"/>
            <a:ext cx="308098" cy="369332"/>
          </a:xfrm>
          <a:prstGeom prst="rect">
            <a:avLst/>
          </a:prstGeom>
          <a:noFill/>
        </p:spPr>
        <p:txBody>
          <a:bodyPr wrap="none" rtlCol="0">
            <a:spAutoFit/>
          </a:bodyPr>
          <a:lstStyle/>
          <a:p>
            <a:r>
              <a:rPr lang="en-US" b="1" dirty="0">
                <a:solidFill>
                  <a:srgbClr val="FF0000"/>
                </a:solidFill>
              </a:rPr>
              <a:t>2</a:t>
            </a:r>
          </a:p>
        </p:txBody>
      </p:sp>
      <p:sp>
        <p:nvSpPr>
          <p:cNvPr id="32" name="TextBox 31">
            <a:extLst>
              <a:ext uri="{FF2B5EF4-FFF2-40B4-BE49-F238E27FC236}">
                <a16:creationId xmlns:a16="http://schemas.microsoft.com/office/drawing/2014/main" id="{E4633639-41F7-852C-9E31-DCEA7AEAB068}"/>
              </a:ext>
            </a:extLst>
          </p:cNvPr>
          <p:cNvSpPr txBox="1"/>
          <p:nvPr/>
        </p:nvSpPr>
        <p:spPr>
          <a:xfrm>
            <a:off x="2846440" y="2096722"/>
            <a:ext cx="308098" cy="369332"/>
          </a:xfrm>
          <a:prstGeom prst="rect">
            <a:avLst/>
          </a:prstGeom>
          <a:noFill/>
        </p:spPr>
        <p:txBody>
          <a:bodyPr wrap="none" rtlCol="0">
            <a:spAutoFit/>
          </a:bodyPr>
          <a:lstStyle/>
          <a:p>
            <a:r>
              <a:rPr lang="en-US" b="1" dirty="0">
                <a:solidFill>
                  <a:srgbClr val="FF0000"/>
                </a:solidFill>
              </a:rPr>
              <a:t>4</a:t>
            </a:r>
          </a:p>
        </p:txBody>
      </p:sp>
      <p:sp>
        <p:nvSpPr>
          <p:cNvPr id="33" name="TextBox 32">
            <a:extLst>
              <a:ext uri="{FF2B5EF4-FFF2-40B4-BE49-F238E27FC236}">
                <a16:creationId xmlns:a16="http://schemas.microsoft.com/office/drawing/2014/main" id="{C59F1295-F9FF-D168-6CE7-4F22AED9FC7B}"/>
              </a:ext>
            </a:extLst>
          </p:cNvPr>
          <p:cNvSpPr txBox="1"/>
          <p:nvPr/>
        </p:nvSpPr>
        <p:spPr>
          <a:xfrm>
            <a:off x="1222548" y="1800942"/>
            <a:ext cx="308098" cy="369332"/>
          </a:xfrm>
          <a:prstGeom prst="rect">
            <a:avLst/>
          </a:prstGeom>
          <a:noFill/>
        </p:spPr>
        <p:txBody>
          <a:bodyPr wrap="none" rtlCol="0">
            <a:spAutoFit/>
          </a:bodyPr>
          <a:lstStyle/>
          <a:p>
            <a:r>
              <a:rPr lang="en-US" b="1" dirty="0">
                <a:solidFill>
                  <a:srgbClr val="FF0000"/>
                </a:solidFill>
              </a:rPr>
              <a:t>3</a:t>
            </a:r>
          </a:p>
        </p:txBody>
      </p:sp>
      <p:sp>
        <p:nvSpPr>
          <p:cNvPr id="34" name="TextBox 33">
            <a:extLst>
              <a:ext uri="{FF2B5EF4-FFF2-40B4-BE49-F238E27FC236}">
                <a16:creationId xmlns:a16="http://schemas.microsoft.com/office/drawing/2014/main" id="{B9AB566C-34C7-CF71-5DCE-8F7F6DEEEA5B}"/>
              </a:ext>
            </a:extLst>
          </p:cNvPr>
          <p:cNvSpPr txBox="1"/>
          <p:nvPr/>
        </p:nvSpPr>
        <p:spPr>
          <a:xfrm>
            <a:off x="2048367" y="2976498"/>
            <a:ext cx="308098" cy="369332"/>
          </a:xfrm>
          <a:prstGeom prst="rect">
            <a:avLst/>
          </a:prstGeom>
          <a:noFill/>
        </p:spPr>
        <p:txBody>
          <a:bodyPr wrap="none" rtlCol="0">
            <a:spAutoFit/>
          </a:bodyPr>
          <a:lstStyle/>
          <a:p>
            <a:r>
              <a:rPr lang="en-US" b="1" dirty="0">
                <a:solidFill>
                  <a:srgbClr val="FF0000"/>
                </a:solidFill>
              </a:rPr>
              <a:t>5</a:t>
            </a:r>
          </a:p>
        </p:txBody>
      </p:sp>
      <p:pic>
        <p:nvPicPr>
          <p:cNvPr id="2" name="Picture 1">
            <a:extLst>
              <a:ext uri="{FF2B5EF4-FFF2-40B4-BE49-F238E27FC236}">
                <a16:creationId xmlns:a16="http://schemas.microsoft.com/office/drawing/2014/main" id="{686EAABB-2464-8609-FDAE-83AD53A24B0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114536" y="29210"/>
            <a:ext cx="5173463" cy="3676098"/>
          </a:xfrm>
          <a:prstGeom prst="rect">
            <a:avLst/>
          </a:prstGeom>
          <a:noFill/>
          <a:ln>
            <a:noFill/>
          </a:ln>
        </p:spPr>
      </p:pic>
      <p:pic>
        <p:nvPicPr>
          <p:cNvPr id="50" name="Picture 49" descr="A screenshot of a computer&#10;&#10;AI-generated content may be incorrect.">
            <a:extLst>
              <a:ext uri="{FF2B5EF4-FFF2-40B4-BE49-F238E27FC236}">
                <a16:creationId xmlns:a16="http://schemas.microsoft.com/office/drawing/2014/main" id="{E02CF054-1D90-7037-A5A3-4A3656EBF7A3}"/>
              </a:ext>
            </a:extLst>
          </p:cNvPr>
          <p:cNvPicPr>
            <a:picLocks noChangeAspect="1"/>
          </p:cNvPicPr>
          <p:nvPr/>
        </p:nvPicPr>
        <p:blipFill>
          <a:blip r:embed="rId11">
            <a:extLst>
              <a:ext uri="{28A0092B-C50C-407E-A947-70E740481C1C}">
                <a14:useLocalDpi xmlns:a14="http://schemas.microsoft.com/office/drawing/2010/main" val="0"/>
              </a:ext>
            </a:extLst>
          </a:blip>
          <a:srcRect l="14271" r="14620"/>
          <a:stretch>
            <a:fillRect/>
          </a:stretch>
        </p:blipFill>
        <p:spPr>
          <a:xfrm>
            <a:off x="10788035" y="75357"/>
            <a:ext cx="1389427" cy="1193738"/>
          </a:xfrm>
          <a:prstGeom prst="rect">
            <a:avLst/>
          </a:prstGeom>
        </p:spPr>
      </p:pic>
      <p:sp>
        <p:nvSpPr>
          <p:cNvPr id="58" name="Rectangle 57">
            <a:extLst>
              <a:ext uri="{FF2B5EF4-FFF2-40B4-BE49-F238E27FC236}">
                <a16:creationId xmlns:a16="http://schemas.microsoft.com/office/drawing/2014/main" id="{35665D8F-333B-8C35-1AA3-17C9D389BFAF}"/>
              </a:ext>
            </a:extLst>
          </p:cNvPr>
          <p:cNvSpPr/>
          <p:nvPr/>
        </p:nvSpPr>
        <p:spPr>
          <a:xfrm>
            <a:off x="112252" y="6879393"/>
            <a:ext cx="2169104" cy="107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Endotype female composition</a:t>
            </a:r>
          </a:p>
        </p:txBody>
      </p:sp>
      <p:sp>
        <p:nvSpPr>
          <p:cNvPr id="23" name="TextBox 22">
            <a:extLst>
              <a:ext uri="{FF2B5EF4-FFF2-40B4-BE49-F238E27FC236}">
                <a16:creationId xmlns:a16="http://schemas.microsoft.com/office/drawing/2014/main" id="{68EC4EDC-AB70-EF00-AC86-BE8C02D1D541}"/>
              </a:ext>
            </a:extLst>
          </p:cNvPr>
          <p:cNvSpPr txBox="1"/>
          <p:nvPr/>
        </p:nvSpPr>
        <p:spPr>
          <a:xfrm>
            <a:off x="13066" y="6973172"/>
            <a:ext cx="312906" cy="369332"/>
          </a:xfrm>
          <a:prstGeom prst="rect">
            <a:avLst/>
          </a:prstGeom>
          <a:noFill/>
        </p:spPr>
        <p:txBody>
          <a:bodyPr wrap="none" rtlCol="0">
            <a:spAutoFit/>
          </a:bodyPr>
          <a:lstStyle/>
          <a:p>
            <a:r>
              <a:rPr lang="en-US" dirty="0"/>
              <a:t>E</a:t>
            </a:r>
          </a:p>
        </p:txBody>
      </p:sp>
      <p:sp>
        <p:nvSpPr>
          <p:cNvPr id="24" name="TextBox 23">
            <a:extLst>
              <a:ext uri="{FF2B5EF4-FFF2-40B4-BE49-F238E27FC236}">
                <a16:creationId xmlns:a16="http://schemas.microsoft.com/office/drawing/2014/main" id="{15D07B34-5605-D400-4152-CA33C3183231}"/>
              </a:ext>
            </a:extLst>
          </p:cNvPr>
          <p:cNvSpPr txBox="1"/>
          <p:nvPr/>
        </p:nvSpPr>
        <p:spPr>
          <a:xfrm>
            <a:off x="4756474" y="6973172"/>
            <a:ext cx="306494" cy="369332"/>
          </a:xfrm>
          <a:prstGeom prst="rect">
            <a:avLst/>
          </a:prstGeom>
          <a:noFill/>
        </p:spPr>
        <p:txBody>
          <a:bodyPr wrap="none" rtlCol="0">
            <a:spAutoFit/>
          </a:bodyPr>
          <a:lstStyle/>
          <a:p>
            <a:r>
              <a:rPr lang="en-US" dirty="0"/>
              <a:t>F</a:t>
            </a:r>
          </a:p>
        </p:txBody>
      </p:sp>
      <p:sp>
        <p:nvSpPr>
          <p:cNvPr id="59" name="Rectangle 58">
            <a:extLst>
              <a:ext uri="{FF2B5EF4-FFF2-40B4-BE49-F238E27FC236}">
                <a16:creationId xmlns:a16="http://schemas.microsoft.com/office/drawing/2014/main" id="{13AB3B15-5B04-4066-0875-BD2F63DA0DEF}"/>
              </a:ext>
            </a:extLst>
          </p:cNvPr>
          <p:cNvSpPr/>
          <p:nvPr/>
        </p:nvSpPr>
        <p:spPr>
          <a:xfrm>
            <a:off x="2293878" y="6886587"/>
            <a:ext cx="2169104" cy="107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Endotype male composition</a:t>
            </a:r>
          </a:p>
        </p:txBody>
      </p:sp>
      <p:sp>
        <p:nvSpPr>
          <p:cNvPr id="60" name="Rectangle 59">
            <a:extLst>
              <a:ext uri="{FF2B5EF4-FFF2-40B4-BE49-F238E27FC236}">
                <a16:creationId xmlns:a16="http://schemas.microsoft.com/office/drawing/2014/main" id="{57D0ACC8-1B4E-D650-97EB-96E2A7F42DE4}"/>
              </a:ext>
            </a:extLst>
          </p:cNvPr>
          <p:cNvSpPr/>
          <p:nvPr/>
        </p:nvSpPr>
        <p:spPr>
          <a:xfrm>
            <a:off x="4857629" y="6879393"/>
            <a:ext cx="2169104" cy="107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Severity female composition</a:t>
            </a:r>
          </a:p>
        </p:txBody>
      </p:sp>
      <p:sp>
        <p:nvSpPr>
          <p:cNvPr id="61" name="Rectangle 60">
            <a:extLst>
              <a:ext uri="{FF2B5EF4-FFF2-40B4-BE49-F238E27FC236}">
                <a16:creationId xmlns:a16="http://schemas.microsoft.com/office/drawing/2014/main" id="{7CDB1F28-3F2F-0C81-0EDC-BEACB38EDDA1}"/>
              </a:ext>
            </a:extLst>
          </p:cNvPr>
          <p:cNvSpPr/>
          <p:nvPr/>
        </p:nvSpPr>
        <p:spPr>
          <a:xfrm>
            <a:off x="7038966" y="6871284"/>
            <a:ext cx="2169104" cy="107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Severity male composition</a:t>
            </a:r>
          </a:p>
        </p:txBody>
      </p:sp>
      <p:sp>
        <p:nvSpPr>
          <p:cNvPr id="62" name="Rectangle 61">
            <a:extLst>
              <a:ext uri="{FF2B5EF4-FFF2-40B4-BE49-F238E27FC236}">
                <a16:creationId xmlns:a16="http://schemas.microsoft.com/office/drawing/2014/main" id="{A0720404-7DF1-9597-1F93-2D23D5B96EE3}"/>
              </a:ext>
            </a:extLst>
          </p:cNvPr>
          <p:cNvSpPr/>
          <p:nvPr/>
        </p:nvSpPr>
        <p:spPr>
          <a:xfrm>
            <a:off x="9220302" y="6886587"/>
            <a:ext cx="310849" cy="36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C34E046E-336E-5282-AF78-53CDA9335789}"/>
              </a:ext>
            </a:extLst>
          </p:cNvPr>
          <p:cNvSpPr txBox="1"/>
          <p:nvPr/>
        </p:nvSpPr>
        <p:spPr>
          <a:xfrm>
            <a:off x="9206153" y="6973172"/>
            <a:ext cx="348172" cy="369332"/>
          </a:xfrm>
          <a:prstGeom prst="rect">
            <a:avLst/>
          </a:prstGeom>
          <a:noFill/>
        </p:spPr>
        <p:txBody>
          <a:bodyPr wrap="none" rtlCol="0">
            <a:spAutoFit/>
          </a:bodyPr>
          <a:lstStyle/>
          <a:p>
            <a:r>
              <a:rPr lang="en-US" dirty="0"/>
              <a:t>G</a:t>
            </a:r>
          </a:p>
        </p:txBody>
      </p:sp>
      <p:pic>
        <p:nvPicPr>
          <p:cNvPr id="1025" name="Picture 1024" descr="A white rectangular sign with black text&#10;&#10;AI-generated content may be incorrect.">
            <a:extLst>
              <a:ext uri="{FF2B5EF4-FFF2-40B4-BE49-F238E27FC236}">
                <a16:creationId xmlns:a16="http://schemas.microsoft.com/office/drawing/2014/main" id="{D400AA57-46F4-79D7-DAB6-1E65153EF92A}"/>
              </a:ext>
            </a:extLst>
          </p:cNvPr>
          <p:cNvPicPr>
            <a:picLocks noChangeAspect="1"/>
          </p:cNvPicPr>
          <p:nvPr/>
        </p:nvPicPr>
        <p:blipFill>
          <a:blip r:embed="rId12">
            <a:extLst>
              <a:ext uri="{28A0092B-C50C-407E-A947-70E740481C1C}">
                <a14:useLocalDpi xmlns:a14="http://schemas.microsoft.com/office/drawing/2010/main" val="0"/>
              </a:ext>
            </a:extLst>
          </a:blip>
          <a:srcRect l="32839" t="33637" r="30929" b="34904"/>
          <a:stretch>
            <a:fillRect/>
          </a:stretch>
        </p:blipFill>
        <p:spPr>
          <a:xfrm>
            <a:off x="4998015" y="4359849"/>
            <a:ext cx="909215" cy="409003"/>
          </a:xfrm>
          <a:prstGeom prst="rect">
            <a:avLst/>
          </a:prstGeom>
        </p:spPr>
      </p:pic>
      <p:pic>
        <p:nvPicPr>
          <p:cNvPr id="1029" name="Picture 1028" descr="A close-up of a sign&#10;&#10;AI-generated content may be incorrect.">
            <a:extLst>
              <a:ext uri="{FF2B5EF4-FFF2-40B4-BE49-F238E27FC236}">
                <a16:creationId xmlns:a16="http://schemas.microsoft.com/office/drawing/2014/main" id="{B65D7E0D-A7B0-E33E-C1A6-40D992B7E0A6}"/>
              </a:ext>
            </a:extLst>
          </p:cNvPr>
          <p:cNvPicPr>
            <a:picLocks noChangeAspect="1"/>
          </p:cNvPicPr>
          <p:nvPr/>
        </p:nvPicPr>
        <p:blipFill>
          <a:blip r:embed="rId13">
            <a:extLst>
              <a:ext uri="{28A0092B-C50C-407E-A947-70E740481C1C}">
                <a14:useLocalDpi xmlns:a14="http://schemas.microsoft.com/office/drawing/2010/main" val="0"/>
              </a:ext>
            </a:extLst>
          </a:blip>
          <a:srcRect l="28723" t="28326" r="26907" b="26371"/>
          <a:stretch>
            <a:fillRect/>
          </a:stretch>
        </p:blipFill>
        <p:spPr>
          <a:xfrm>
            <a:off x="4857629" y="799838"/>
            <a:ext cx="820705" cy="434123"/>
          </a:xfrm>
          <a:prstGeom prst="rect">
            <a:avLst/>
          </a:prstGeom>
        </p:spPr>
      </p:pic>
      <p:pic>
        <p:nvPicPr>
          <p:cNvPr id="10" name="Graphic 9">
            <a:extLst>
              <a:ext uri="{FF2B5EF4-FFF2-40B4-BE49-F238E27FC236}">
                <a16:creationId xmlns:a16="http://schemas.microsoft.com/office/drawing/2014/main" id="{1EF238EE-FF00-EF9C-459A-DC0C0ADB1794}"/>
              </a:ext>
            </a:extLst>
          </p:cNvPr>
          <p:cNvPicPr>
            <a:picLocks noChangeAspect="1"/>
          </p:cNvPicPr>
          <p:nvPr/>
        </p:nvPicPr>
        <p:blipFill>
          <a:blip r:embed="rId14">
            <a:extLst>
              <a:ext uri="{96DAC541-7B7A-43D3-8B79-37D633B846F1}">
                <asvg:svgBlip xmlns:asvg="http://schemas.microsoft.com/office/drawing/2016/SVG/main" r:embed="rId15"/>
              </a:ext>
            </a:extLst>
          </a:blip>
          <a:srcRect l="32008" t="39066" r="31425" b="38576"/>
          <a:stretch>
            <a:fillRect/>
          </a:stretch>
        </p:blipFill>
        <p:spPr>
          <a:xfrm>
            <a:off x="5967870" y="4345050"/>
            <a:ext cx="1002015" cy="316854"/>
          </a:xfrm>
          <a:prstGeom prst="rect">
            <a:avLst/>
          </a:prstGeom>
        </p:spPr>
      </p:pic>
      <p:pic>
        <p:nvPicPr>
          <p:cNvPr id="12" name="Graphic 11">
            <a:extLst>
              <a:ext uri="{FF2B5EF4-FFF2-40B4-BE49-F238E27FC236}">
                <a16:creationId xmlns:a16="http://schemas.microsoft.com/office/drawing/2014/main" id="{D8AC20ED-7C68-5DDE-4057-1E2086D8E207}"/>
              </a:ext>
            </a:extLst>
          </p:cNvPr>
          <p:cNvPicPr>
            <a:picLocks noChangeAspect="1"/>
          </p:cNvPicPr>
          <p:nvPr/>
        </p:nvPicPr>
        <p:blipFill>
          <a:blip r:embed="rId16">
            <a:extLst>
              <a:ext uri="{96DAC541-7B7A-43D3-8B79-37D633B846F1}">
                <asvg:svgBlip xmlns:asvg="http://schemas.microsoft.com/office/drawing/2016/SVG/main" r:embed="rId17"/>
              </a:ext>
            </a:extLst>
          </a:blip>
          <a:srcRect l="26152" t="38980" r="26760" b="38662"/>
          <a:stretch>
            <a:fillRect/>
          </a:stretch>
        </p:blipFill>
        <p:spPr>
          <a:xfrm>
            <a:off x="6985789" y="4356820"/>
            <a:ext cx="1232294" cy="302609"/>
          </a:xfrm>
          <a:prstGeom prst="rect">
            <a:avLst/>
          </a:prstGeom>
        </p:spPr>
      </p:pic>
      <p:pic>
        <p:nvPicPr>
          <p:cNvPr id="14" name="Graphic 13">
            <a:extLst>
              <a:ext uri="{FF2B5EF4-FFF2-40B4-BE49-F238E27FC236}">
                <a16:creationId xmlns:a16="http://schemas.microsoft.com/office/drawing/2014/main" id="{4DF1D9F7-3621-6005-FAE0-EB4CD090789A}"/>
              </a:ext>
            </a:extLst>
          </p:cNvPr>
          <p:cNvPicPr>
            <a:picLocks noChangeAspect="1"/>
          </p:cNvPicPr>
          <p:nvPr/>
        </p:nvPicPr>
        <p:blipFill>
          <a:blip r:embed="rId18">
            <a:extLst>
              <a:ext uri="{96DAC541-7B7A-43D3-8B79-37D633B846F1}">
                <asvg:svgBlip xmlns:asvg="http://schemas.microsoft.com/office/drawing/2016/SVG/main" r:embed="rId19"/>
              </a:ext>
            </a:extLst>
          </a:blip>
          <a:srcRect l="29210" t="39520" r="30609" b="38121"/>
          <a:stretch>
            <a:fillRect/>
          </a:stretch>
        </p:blipFill>
        <p:spPr>
          <a:xfrm>
            <a:off x="8273747" y="4359549"/>
            <a:ext cx="1050651" cy="302355"/>
          </a:xfrm>
          <a:prstGeom prst="rect">
            <a:avLst/>
          </a:prstGeom>
        </p:spPr>
      </p:pic>
    </p:spTree>
    <p:extLst>
      <p:ext uri="{BB962C8B-B14F-4D97-AF65-F5344CB8AC3E}">
        <p14:creationId xmlns:p14="http://schemas.microsoft.com/office/powerpoint/2010/main" val="41071570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33879</TotalTime>
  <Words>2640</Words>
  <Application>Microsoft Office PowerPoint</Application>
  <PresentationFormat>Custom</PresentationFormat>
  <Paragraphs>183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Peng, Beverly</dc:creator>
  <cp:lastModifiedBy>Peng, Beverly</cp:lastModifiedBy>
  <cp:revision>10</cp:revision>
  <dcterms:created xsi:type="dcterms:W3CDTF">2025-07-17T07:52:44Z</dcterms:created>
  <dcterms:modified xsi:type="dcterms:W3CDTF">2025-10-28T05:17:56Z</dcterms:modified>
</cp:coreProperties>
</file>