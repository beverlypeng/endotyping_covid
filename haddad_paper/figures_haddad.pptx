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9" r:id="rId2"/>
    <p:sldId id="257" r:id="rId3"/>
    <p:sldId id="258" r:id="rId4"/>
    <p:sldId id="256" r:id="rId5"/>
    <p:sldId id="261" r:id="rId6"/>
    <p:sldId id="260" r:id="rId7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13B16-E261-4083-8EAC-8A885A79A283}" v="248" dt="2025-09-03T19:37:08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86661" autoAdjust="0"/>
  </p:normalViewPr>
  <p:slideViewPr>
    <p:cSldViewPr snapToGrid="0">
      <p:cViewPr varScale="1">
        <p:scale>
          <a:sx n="76" d="100"/>
          <a:sy n="76" d="100"/>
        </p:scale>
        <p:origin x="12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g, Beverly" userId="e9b9e11a-e91c-420a-9e81-bc866672ff32" providerId="ADAL" clId="{4D713B16-E261-4083-8EAC-8A885A79A283}"/>
    <pc:docChg chg="undo custSel addSld delSld modSld sldOrd">
      <pc:chgData name="Peng, Beverly" userId="e9b9e11a-e91c-420a-9e81-bc866672ff32" providerId="ADAL" clId="{4D713B16-E261-4083-8EAC-8A885A79A283}" dt="2025-09-03T19:37:44.238" v="306" actId="20577"/>
      <pc:docMkLst>
        <pc:docMk/>
      </pc:docMkLst>
      <pc:sldChg chg="addSp delSp modSp mod ord modNotesTx">
        <pc:chgData name="Peng, Beverly" userId="e9b9e11a-e91c-420a-9e81-bc866672ff32" providerId="ADAL" clId="{4D713B16-E261-4083-8EAC-8A885A79A283}" dt="2025-09-03T19:37:44.238" v="306" actId="20577"/>
        <pc:sldMkLst>
          <pc:docMk/>
          <pc:sldMk cId="3944132494" sldId="256"/>
        </pc:sldMkLst>
        <pc:spChg chg="del">
          <ac:chgData name="Peng, Beverly" userId="e9b9e11a-e91c-420a-9e81-bc866672ff32" providerId="ADAL" clId="{4D713B16-E261-4083-8EAC-8A885A79A283}" dt="2025-09-02T20:16:32.573" v="7" actId="478"/>
          <ac:spMkLst>
            <pc:docMk/>
            <pc:sldMk cId="3944132494" sldId="256"/>
            <ac:spMk id="6" creationId="{6B870E18-B2AB-8416-47A4-A051DAAAE5A0}"/>
          </ac:spMkLst>
        </pc:spChg>
        <pc:spChg chg="del">
          <ac:chgData name="Peng, Beverly" userId="e9b9e11a-e91c-420a-9e81-bc866672ff32" providerId="ADAL" clId="{4D713B16-E261-4083-8EAC-8A885A79A283}" dt="2025-09-02T20:16:34.376" v="8" actId="478"/>
          <ac:spMkLst>
            <pc:docMk/>
            <pc:sldMk cId="3944132494" sldId="256"/>
            <ac:spMk id="7" creationId="{97584B4E-1354-B901-0B84-2C21C7681540}"/>
          </ac:spMkLst>
        </pc:spChg>
        <pc:picChg chg="del">
          <ac:chgData name="Peng, Beverly" userId="e9b9e11a-e91c-420a-9e81-bc866672ff32" providerId="ADAL" clId="{4D713B16-E261-4083-8EAC-8A885A79A283}" dt="2025-09-02T20:16:13.786" v="6" actId="478"/>
          <ac:picMkLst>
            <pc:docMk/>
            <pc:sldMk cId="3944132494" sldId="256"/>
            <ac:picMk id="5" creationId="{BADF95AD-4DFF-6DB0-922A-489DEAF01C5E}"/>
          </ac:picMkLst>
        </pc:picChg>
        <pc:picChg chg="add del mod">
          <ac:chgData name="Peng, Beverly" userId="e9b9e11a-e91c-420a-9e81-bc866672ff32" providerId="ADAL" clId="{4D713B16-E261-4083-8EAC-8A885A79A283}" dt="2025-09-02T22:58:40.937" v="14" actId="478"/>
          <ac:picMkLst>
            <pc:docMk/>
            <pc:sldMk cId="3944132494" sldId="256"/>
            <ac:picMk id="1026" creationId="{81359194-0172-65A0-443A-CB3F90367961}"/>
          </ac:picMkLst>
        </pc:picChg>
        <pc:picChg chg="add del">
          <ac:chgData name="Peng, Beverly" userId="e9b9e11a-e91c-420a-9e81-bc866672ff32" providerId="ADAL" clId="{4D713B16-E261-4083-8EAC-8A885A79A283}" dt="2025-09-02T23:26:30.402" v="135" actId="478"/>
          <ac:picMkLst>
            <pc:docMk/>
            <pc:sldMk cId="3944132494" sldId="256"/>
            <ac:picMk id="1028" creationId="{0D09A22B-A50F-840A-5AFD-0C394EA10872}"/>
          </ac:picMkLst>
        </pc:picChg>
        <pc:picChg chg="add mod">
          <ac:chgData name="Peng, Beverly" userId="e9b9e11a-e91c-420a-9e81-bc866672ff32" providerId="ADAL" clId="{4D713B16-E261-4083-8EAC-8A885A79A283}" dt="2025-09-03T01:02:09.521" v="244" actId="14100"/>
          <ac:picMkLst>
            <pc:docMk/>
            <pc:sldMk cId="3944132494" sldId="256"/>
            <ac:picMk id="1030" creationId="{5649B744-DEC7-6F3F-28BE-6FDBBCE212E3}"/>
          </ac:picMkLst>
        </pc:picChg>
        <pc:picChg chg="add del mod">
          <ac:chgData name="Peng, Beverly" userId="e9b9e11a-e91c-420a-9e81-bc866672ff32" providerId="ADAL" clId="{4D713B16-E261-4083-8EAC-8A885A79A283}" dt="2025-09-03T00:55:52.619" v="181" actId="478"/>
          <ac:picMkLst>
            <pc:docMk/>
            <pc:sldMk cId="3944132494" sldId="256"/>
            <ac:picMk id="1032" creationId="{461EBF91-ECE5-B910-F167-922164E08612}"/>
          </ac:picMkLst>
        </pc:picChg>
        <pc:picChg chg="add mod">
          <ac:chgData name="Peng, Beverly" userId="e9b9e11a-e91c-420a-9e81-bc866672ff32" providerId="ADAL" clId="{4D713B16-E261-4083-8EAC-8A885A79A283}" dt="2025-09-03T01:02:16.868" v="245" actId="1076"/>
          <ac:picMkLst>
            <pc:docMk/>
            <pc:sldMk cId="3944132494" sldId="256"/>
            <ac:picMk id="1034" creationId="{CE002A1B-484F-2FBF-033D-D64CD8B3D6C1}"/>
          </ac:picMkLst>
        </pc:picChg>
        <pc:picChg chg="add mod">
          <ac:chgData name="Peng, Beverly" userId="e9b9e11a-e91c-420a-9e81-bc866672ff32" providerId="ADAL" clId="{4D713B16-E261-4083-8EAC-8A885A79A283}" dt="2025-09-03T01:02:16.868" v="245" actId="1076"/>
          <ac:picMkLst>
            <pc:docMk/>
            <pc:sldMk cId="3944132494" sldId="256"/>
            <ac:picMk id="1036" creationId="{7B9020A8-7D6B-9969-0B77-D301A164D85F}"/>
          </ac:picMkLst>
        </pc:picChg>
      </pc:sldChg>
      <pc:sldChg chg="del">
        <pc:chgData name="Peng, Beverly" userId="e9b9e11a-e91c-420a-9e81-bc866672ff32" providerId="ADAL" clId="{4D713B16-E261-4083-8EAC-8A885A79A283}" dt="2025-09-02T20:16:08.933" v="0" actId="47"/>
        <pc:sldMkLst>
          <pc:docMk/>
          <pc:sldMk cId="480921012" sldId="257"/>
        </pc:sldMkLst>
      </pc:sldChg>
      <pc:sldChg chg="addSp delSp modSp add mod modNotesTx">
        <pc:chgData name="Peng, Beverly" userId="e9b9e11a-e91c-420a-9e81-bc866672ff32" providerId="ADAL" clId="{4D713B16-E261-4083-8EAC-8A885A79A283}" dt="2025-09-03T01:29:53.714" v="301" actId="1076"/>
        <pc:sldMkLst>
          <pc:docMk/>
          <pc:sldMk cId="3102792369" sldId="257"/>
        </pc:sldMkLst>
        <pc:spChg chg="add del mod">
          <ac:chgData name="Peng, Beverly" userId="e9b9e11a-e91c-420a-9e81-bc866672ff32" providerId="ADAL" clId="{4D713B16-E261-4083-8EAC-8A885A79A283}" dt="2025-09-02T23:28:29.635" v="147" actId="478"/>
          <ac:spMkLst>
            <pc:docMk/>
            <pc:sldMk cId="3102792369" sldId="257"/>
            <ac:spMk id="2" creationId="{D1FA3976-B358-9C68-6109-6527A4B6F983}"/>
          </ac:spMkLst>
        </pc:spChg>
        <pc:spChg chg="add mod">
          <ac:chgData name="Peng, Beverly" userId="e9b9e11a-e91c-420a-9e81-bc866672ff32" providerId="ADAL" clId="{4D713B16-E261-4083-8EAC-8A885A79A283}" dt="2025-09-03T01:27:13.020" v="285" actId="1582"/>
          <ac:spMkLst>
            <pc:docMk/>
            <pc:sldMk cId="3102792369" sldId="257"/>
            <ac:spMk id="3" creationId="{F3262B4A-9E0E-A4AC-59CF-C0A3EBD4A541}"/>
          </ac:spMkLst>
        </pc:spChg>
        <pc:picChg chg="add mod">
          <ac:chgData name="Peng, Beverly" userId="e9b9e11a-e91c-420a-9e81-bc866672ff32" providerId="ADAL" clId="{4D713B16-E261-4083-8EAC-8A885A79A283}" dt="2025-09-03T01:29:53.714" v="301" actId="1076"/>
          <ac:picMkLst>
            <pc:docMk/>
            <pc:sldMk cId="3102792369" sldId="257"/>
            <ac:picMk id="4" creationId="{7E86B7BB-4CDE-DAA5-443D-BD0F5C2D4834}"/>
          </ac:picMkLst>
        </pc:picChg>
        <pc:picChg chg="del">
          <ac:chgData name="Peng, Beverly" userId="e9b9e11a-e91c-420a-9e81-bc866672ff32" providerId="ADAL" clId="{4D713B16-E261-4083-8EAC-8A885A79A283}" dt="2025-09-03T01:21:17.954" v="259" actId="478"/>
          <ac:picMkLst>
            <pc:docMk/>
            <pc:sldMk cId="3102792369" sldId="257"/>
            <ac:picMk id="1026" creationId="{0604F7F1-FEC0-AB1A-EB96-D6593628B0FF}"/>
          </ac:picMkLst>
        </pc:picChg>
        <pc:picChg chg="add mod">
          <ac:chgData name="Peng, Beverly" userId="e9b9e11a-e91c-420a-9e81-bc866672ff32" providerId="ADAL" clId="{4D713B16-E261-4083-8EAC-8A885A79A283}" dt="2025-09-03T01:26:56.504" v="283" actId="1076"/>
          <ac:picMkLst>
            <pc:docMk/>
            <pc:sldMk cId="3102792369" sldId="257"/>
            <ac:picMk id="2050" creationId="{36C17CED-E751-30C6-7F78-035F73A7639A}"/>
          </ac:picMkLst>
        </pc:picChg>
      </pc:sldChg>
      <pc:sldChg chg="del">
        <pc:chgData name="Peng, Beverly" userId="e9b9e11a-e91c-420a-9e81-bc866672ff32" providerId="ADAL" clId="{4D713B16-E261-4083-8EAC-8A885A79A283}" dt="2025-09-02T20:16:09.269" v="1" actId="47"/>
        <pc:sldMkLst>
          <pc:docMk/>
          <pc:sldMk cId="1053435003" sldId="258"/>
        </pc:sldMkLst>
      </pc:sldChg>
      <pc:sldChg chg="addSp delSp modSp add mod modNotesTx">
        <pc:chgData name="Peng, Beverly" userId="e9b9e11a-e91c-420a-9e81-bc866672ff32" providerId="ADAL" clId="{4D713B16-E261-4083-8EAC-8A885A79A283}" dt="2025-09-03T01:29:42.523" v="297" actId="14100"/>
        <pc:sldMkLst>
          <pc:docMk/>
          <pc:sldMk cId="4198778669" sldId="258"/>
        </pc:sldMkLst>
        <pc:spChg chg="del">
          <ac:chgData name="Peng, Beverly" userId="e9b9e11a-e91c-420a-9e81-bc866672ff32" providerId="ADAL" clId="{4D713B16-E261-4083-8EAC-8A885A79A283}" dt="2025-09-02T23:14:20.939" v="25" actId="478"/>
          <ac:spMkLst>
            <pc:docMk/>
            <pc:sldMk cId="4198778669" sldId="258"/>
            <ac:spMk id="2" creationId="{874144D3-E359-56CB-16B4-66FA795B4CD7}"/>
          </ac:spMkLst>
        </pc:spChg>
        <pc:spChg chg="del">
          <ac:chgData name="Peng, Beverly" userId="e9b9e11a-e91c-420a-9e81-bc866672ff32" providerId="ADAL" clId="{4D713B16-E261-4083-8EAC-8A885A79A283}" dt="2025-09-02T23:14:20.939" v="25" actId="478"/>
          <ac:spMkLst>
            <pc:docMk/>
            <pc:sldMk cId="4198778669" sldId="258"/>
            <ac:spMk id="3" creationId="{4769A7CC-0288-44C1-F8D8-7198C7149EFA}"/>
          </ac:spMkLst>
        </pc:spChg>
        <pc:spChg chg="add mod">
          <ac:chgData name="Peng, Beverly" userId="e9b9e11a-e91c-420a-9e81-bc866672ff32" providerId="ADAL" clId="{4D713B16-E261-4083-8EAC-8A885A79A283}" dt="2025-09-03T01:28:03.101" v="288" actId="14100"/>
          <ac:spMkLst>
            <pc:docMk/>
            <pc:sldMk cId="4198778669" sldId="258"/>
            <ac:spMk id="4" creationId="{4ED0A047-9FDB-2758-1F18-32D971DEA01B}"/>
          </ac:spMkLst>
        </pc:spChg>
        <pc:spChg chg="add del mod">
          <ac:chgData name="Peng, Beverly" userId="e9b9e11a-e91c-420a-9e81-bc866672ff32" providerId="ADAL" clId="{4D713B16-E261-4083-8EAC-8A885A79A283}" dt="2025-09-03T01:28:27.038" v="291" actId="478"/>
          <ac:spMkLst>
            <pc:docMk/>
            <pc:sldMk cId="4198778669" sldId="258"/>
            <ac:spMk id="5" creationId="{0E9C7A79-8487-2763-5B23-A864BBD8E8A5}"/>
          </ac:spMkLst>
        </pc:spChg>
        <pc:spChg chg="add mod">
          <ac:chgData name="Peng, Beverly" userId="e9b9e11a-e91c-420a-9e81-bc866672ff32" providerId="ADAL" clId="{4D713B16-E261-4083-8EAC-8A885A79A283}" dt="2025-09-03T01:28:32.137" v="292" actId="1076"/>
          <ac:spMkLst>
            <pc:docMk/>
            <pc:sldMk cId="4198778669" sldId="258"/>
            <ac:spMk id="6" creationId="{8664C0E7-908E-0E62-2F1C-4A9BC612DCC2}"/>
          </ac:spMkLst>
        </pc:spChg>
        <pc:spChg chg="add mod">
          <ac:chgData name="Peng, Beverly" userId="e9b9e11a-e91c-420a-9e81-bc866672ff32" providerId="ADAL" clId="{4D713B16-E261-4083-8EAC-8A885A79A283}" dt="2025-09-02T23:30:54.641" v="156" actId="767"/>
          <ac:spMkLst>
            <pc:docMk/>
            <pc:sldMk cId="4198778669" sldId="258"/>
            <ac:spMk id="8" creationId="{B5018658-C69C-30F1-8C14-2CBB941C2F9A}"/>
          </ac:spMkLst>
        </pc:spChg>
        <pc:spChg chg="add mod">
          <ac:chgData name="Peng, Beverly" userId="e9b9e11a-e91c-420a-9e81-bc866672ff32" providerId="ADAL" clId="{4D713B16-E261-4083-8EAC-8A885A79A283}" dt="2025-09-03T01:28:42.844" v="294" actId="1076"/>
          <ac:spMkLst>
            <pc:docMk/>
            <pc:sldMk cId="4198778669" sldId="258"/>
            <ac:spMk id="9" creationId="{717B18F0-856A-2370-B75F-F6BC43EA4B9C}"/>
          </ac:spMkLst>
        </pc:spChg>
        <pc:picChg chg="add mod">
          <ac:chgData name="Peng, Beverly" userId="e9b9e11a-e91c-420a-9e81-bc866672ff32" providerId="ADAL" clId="{4D713B16-E261-4083-8EAC-8A885A79A283}" dt="2025-09-03T01:29:42.523" v="297" actId="14100"/>
          <ac:picMkLst>
            <pc:docMk/>
            <pc:sldMk cId="4198778669" sldId="258"/>
            <ac:picMk id="7" creationId="{A6EC2900-5332-EF8C-EA52-6D56F8AEF703}"/>
          </ac:picMkLst>
        </pc:picChg>
        <pc:picChg chg="del">
          <ac:chgData name="Peng, Beverly" userId="e9b9e11a-e91c-420a-9e81-bc866672ff32" providerId="ADAL" clId="{4D713B16-E261-4083-8EAC-8A885A79A283}" dt="2025-09-02T23:14:20.939" v="25" actId="478"/>
          <ac:picMkLst>
            <pc:docMk/>
            <pc:sldMk cId="4198778669" sldId="258"/>
            <ac:picMk id="1026" creationId="{538C7D5D-61F9-5955-2347-A222F3D77329}"/>
          </ac:picMkLst>
        </pc:picChg>
        <pc:picChg chg="add del mod">
          <ac:chgData name="Peng, Beverly" userId="e9b9e11a-e91c-420a-9e81-bc866672ff32" providerId="ADAL" clId="{4D713B16-E261-4083-8EAC-8A885A79A283}" dt="2025-09-02T23:19:33.634" v="29" actId="478"/>
          <ac:picMkLst>
            <pc:docMk/>
            <pc:sldMk cId="4198778669" sldId="258"/>
            <ac:picMk id="3074" creationId="{06615120-C2B8-66B3-7C76-76A4671DED57}"/>
          </ac:picMkLst>
        </pc:picChg>
        <pc:picChg chg="add del mod">
          <ac:chgData name="Peng, Beverly" userId="e9b9e11a-e91c-420a-9e81-bc866672ff32" providerId="ADAL" clId="{4D713B16-E261-4083-8EAC-8A885A79A283}" dt="2025-09-03T01:24:57.570" v="261" actId="478"/>
          <ac:picMkLst>
            <pc:docMk/>
            <pc:sldMk cId="4198778669" sldId="258"/>
            <ac:picMk id="3076" creationId="{42F1F0DE-6D38-4E20-D2D8-2DAA178C1AEF}"/>
          </ac:picMkLst>
        </pc:picChg>
        <pc:picChg chg="add del mod">
          <ac:chgData name="Peng, Beverly" userId="e9b9e11a-e91c-420a-9e81-bc866672ff32" providerId="ADAL" clId="{4D713B16-E261-4083-8EAC-8A885A79A283}" dt="2025-09-03T01:25:48.960" v="271" actId="478"/>
          <ac:picMkLst>
            <pc:docMk/>
            <pc:sldMk cId="4198778669" sldId="258"/>
            <ac:picMk id="3078" creationId="{30B559D8-F99A-9105-1BEE-C8E7A3D06FA6}"/>
          </ac:picMkLst>
        </pc:picChg>
        <pc:picChg chg="add del mod">
          <ac:chgData name="Peng, Beverly" userId="e9b9e11a-e91c-420a-9e81-bc866672ff32" providerId="ADAL" clId="{4D713B16-E261-4083-8EAC-8A885A79A283}" dt="2025-09-03T01:25:29.600" v="267" actId="478"/>
          <ac:picMkLst>
            <pc:docMk/>
            <pc:sldMk cId="4198778669" sldId="258"/>
            <ac:picMk id="3080" creationId="{85F018F5-2440-E361-41E5-339418C2DCEA}"/>
          </ac:picMkLst>
        </pc:picChg>
        <pc:picChg chg="add mod">
          <ac:chgData name="Peng, Beverly" userId="e9b9e11a-e91c-420a-9e81-bc866672ff32" providerId="ADAL" clId="{4D713B16-E261-4083-8EAC-8A885A79A283}" dt="2025-09-03T01:26:13.265" v="277" actId="167"/>
          <ac:picMkLst>
            <pc:docMk/>
            <pc:sldMk cId="4198778669" sldId="258"/>
            <ac:picMk id="3082" creationId="{8DC9643D-3BF8-FD02-6E35-D95EB9080413}"/>
          </ac:picMkLst>
        </pc:picChg>
        <pc:picChg chg="add mod">
          <ac:chgData name="Peng, Beverly" userId="e9b9e11a-e91c-420a-9e81-bc866672ff32" providerId="ADAL" clId="{4D713B16-E261-4083-8EAC-8A885A79A283}" dt="2025-09-03T01:28:56.621" v="296" actId="732"/>
          <ac:picMkLst>
            <pc:docMk/>
            <pc:sldMk cId="4198778669" sldId="258"/>
            <ac:picMk id="3084" creationId="{E5CC5139-1A7F-1331-9AE0-4161E34D5F46}"/>
          </ac:picMkLst>
        </pc:picChg>
        <pc:picChg chg="add mod">
          <ac:chgData name="Peng, Beverly" userId="e9b9e11a-e91c-420a-9e81-bc866672ff32" providerId="ADAL" clId="{4D713B16-E261-4083-8EAC-8A885A79A283}" dt="2025-09-03T01:28:49.938" v="295" actId="732"/>
          <ac:picMkLst>
            <pc:docMk/>
            <pc:sldMk cId="4198778669" sldId="258"/>
            <ac:picMk id="3086" creationId="{32C86FC0-79D3-4A97-99B0-0D472A2EBE99}"/>
          </ac:picMkLst>
        </pc:picChg>
      </pc:sldChg>
      <pc:sldChg chg="del">
        <pc:chgData name="Peng, Beverly" userId="e9b9e11a-e91c-420a-9e81-bc866672ff32" providerId="ADAL" clId="{4D713B16-E261-4083-8EAC-8A885A79A283}" dt="2025-09-02T20:16:09.632" v="2" actId="47"/>
        <pc:sldMkLst>
          <pc:docMk/>
          <pc:sldMk cId="264813142" sldId="259"/>
        </pc:sldMkLst>
      </pc:sldChg>
      <pc:sldChg chg="addSp delSp modSp add modNotesTx">
        <pc:chgData name="Peng, Beverly" userId="e9b9e11a-e91c-420a-9e81-bc866672ff32" providerId="ADAL" clId="{4D713B16-E261-4083-8EAC-8A885A79A283}" dt="2025-09-02T23:52:33.161" v="170" actId="1076"/>
        <pc:sldMkLst>
          <pc:docMk/>
          <pc:sldMk cId="2739246835" sldId="259"/>
        </pc:sldMkLst>
        <pc:picChg chg="add mod">
          <ac:chgData name="Peng, Beverly" userId="e9b9e11a-e91c-420a-9e81-bc866672ff32" providerId="ADAL" clId="{4D713B16-E261-4083-8EAC-8A885A79A283}" dt="2025-09-02T23:52:33.161" v="170" actId="1076"/>
          <ac:picMkLst>
            <pc:docMk/>
            <pc:sldMk cId="2739246835" sldId="259"/>
            <ac:picMk id="2" creationId="{89B5D67F-F73A-6295-02A0-FBDD7139BFD9}"/>
          </ac:picMkLst>
        </pc:picChg>
        <pc:picChg chg="del">
          <ac:chgData name="Peng, Beverly" userId="e9b9e11a-e91c-420a-9e81-bc866672ff32" providerId="ADAL" clId="{4D713B16-E261-4083-8EAC-8A885A79A283}" dt="2025-09-02T23:36:21.808" v="157" actId="478"/>
          <ac:picMkLst>
            <pc:docMk/>
            <pc:sldMk cId="2739246835" sldId="259"/>
            <ac:picMk id="1028" creationId="{4DBCC82B-B619-2F46-8A28-DD66AE3C6B6E}"/>
          </ac:picMkLst>
        </pc:picChg>
        <pc:picChg chg="add mod">
          <ac:chgData name="Peng, Beverly" userId="e9b9e11a-e91c-420a-9e81-bc866672ff32" providerId="ADAL" clId="{4D713B16-E261-4083-8EAC-8A885A79A283}" dt="2025-09-02T23:52:33.161" v="170" actId="1076"/>
          <ac:picMkLst>
            <pc:docMk/>
            <pc:sldMk cId="2739246835" sldId="259"/>
            <ac:picMk id="4098" creationId="{5C722319-E506-3E38-77F1-ACFDB35A73FC}"/>
          </ac:picMkLst>
        </pc:picChg>
      </pc:sldChg>
      <pc:sldChg chg="del">
        <pc:chgData name="Peng, Beverly" userId="e9b9e11a-e91c-420a-9e81-bc866672ff32" providerId="ADAL" clId="{4D713B16-E261-4083-8EAC-8A885A79A283}" dt="2025-09-02T20:16:09.925" v="3" actId="47"/>
        <pc:sldMkLst>
          <pc:docMk/>
          <pc:sldMk cId="1465669113" sldId="260"/>
        </pc:sldMkLst>
      </pc:sldChg>
      <pc:sldChg chg="addSp delSp add modNotesTx">
        <pc:chgData name="Peng, Beverly" userId="e9b9e11a-e91c-420a-9e81-bc866672ff32" providerId="ADAL" clId="{4D713B16-E261-4083-8EAC-8A885A79A283}" dt="2025-09-03T00:47:00.703" v="177" actId="478"/>
        <pc:sldMkLst>
          <pc:docMk/>
          <pc:sldMk cId="3739267084" sldId="260"/>
        </pc:sldMkLst>
        <pc:picChg chg="del">
          <ac:chgData name="Peng, Beverly" userId="e9b9e11a-e91c-420a-9e81-bc866672ff32" providerId="ADAL" clId="{4D713B16-E261-4083-8EAC-8A885A79A283}" dt="2025-09-03T00:22:33.131" v="172" actId="478"/>
          <ac:picMkLst>
            <pc:docMk/>
            <pc:sldMk cId="3739267084" sldId="260"/>
            <ac:picMk id="1030" creationId="{07F819FD-3CAE-65F6-FF74-F262D9315839}"/>
          </ac:picMkLst>
        </pc:picChg>
        <pc:picChg chg="add del">
          <ac:chgData name="Peng, Beverly" userId="e9b9e11a-e91c-420a-9e81-bc866672ff32" providerId="ADAL" clId="{4D713B16-E261-4083-8EAC-8A885A79A283}" dt="2025-09-03T00:46:24.976" v="175" actId="478"/>
          <ac:picMkLst>
            <pc:docMk/>
            <pc:sldMk cId="3739267084" sldId="260"/>
            <ac:picMk id="5122" creationId="{668946E4-92A7-C248-B9FE-3EAD6BEA2C9C}"/>
          </ac:picMkLst>
        </pc:picChg>
        <pc:picChg chg="add del">
          <ac:chgData name="Peng, Beverly" userId="e9b9e11a-e91c-420a-9e81-bc866672ff32" providerId="ADAL" clId="{4D713B16-E261-4083-8EAC-8A885A79A283}" dt="2025-09-03T00:47:00.703" v="177" actId="478"/>
          <ac:picMkLst>
            <pc:docMk/>
            <pc:sldMk cId="3739267084" sldId="260"/>
            <ac:picMk id="5124" creationId="{0E81F5E7-7617-5848-DF2D-6EBCB40724ED}"/>
          </ac:picMkLst>
        </pc:picChg>
      </pc:sldChg>
      <pc:sldChg chg="del">
        <pc:chgData name="Peng, Beverly" userId="e9b9e11a-e91c-420a-9e81-bc866672ff32" providerId="ADAL" clId="{4D713B16-E261-4083-8EAC-8A885A79A283}" dt="2025-09-02T20:16:10.276" v="4" actId="47"/>
        <pc:sldMkLst>
          <pc:docMk/>
          <pc:sldMk cId="1041732865" sldId="261"/>
        </pc:sldMkLst>
      </pc:sldChg>
      <pc:sldChg chg="addSp delSp modSp add">
        <pc:chgData name="Peng, Beverly" userId="e9b9e11a-e91c-420a-9e81-bc866672ff32" providerId="ADAL" clId="{4D713B16-E261-4083-8EAC-8A885A79A283}" dt="2025-09-03T01:02:30.973" v="250" actId="1076"/>
        <pc:sldMkLst>
          <pc:docMk/>
          <pc:sldMk cId="3573440655" sldId="261"/>
        </pc:sldMkLst>
        <pc:picChg chg="add del mod">
          <ac:chgData name="Peng, Beverly" userId="e9b9e11a-e91c-420a-9e81-bc866672ff32" providerId="ADAL" clId="{4D713B16-E261-4083-8EAC-8A885A79A283}" dt="2025-09-03T01:02:27.496" v="249" actId="478"/>
          <ac:picMkLst>
            <pc:docMk/>
            <pc:sldMk cId="3573440655" sldId="261"/>
            <ac:picMk id="2" creationId="{F2D9C862-5EAA-E5EC-7BE5-C0665FE3D668}"/>
          </ac:picMkLst>
        </pc:picChg>
        <pc:picChg chg="mod">
          <ac:chgData name="Peng, Beverly" userId="e9b9e11a-e91c-420a-9e81-bc866672ff32" providerId="ADAL" clId="{4D713B16-E261-4083-8EAC-8A885A79A283}" dt="2025-09-03T01:02:26.320" v="248" actId="14100"/>
          <ac:picMkLst>
            <pc:docMk/>
            <pc:sldMk cId="3573440655" sldId="261"/>
            <ac:picMk id="1030" creationId="{86E7C2DF-D427-FD28-DD71-050BE6B00704}"/>
          </ac:picMkLst>
        </pc:picChg>
        <pc:picChg chg="add mod">
          <ac:chgData name="Peng, Beverly" userId="e9b9e11a-e91c-420a-9e81-bc866672ff32" providerId="ADAL" clId="{4D713B16-E261-4083-8EAC-8A885A79A283}" dt="2025-09-03T01:02:30.973" v="250" actId="1076"/>
          <ac:picMkLst>
            <pc:docMk/>
            <pc:sldMk cId="3573440655" sldId="261"/>
            <ac:picMk id="6146" creationId="{B92B0A3B-F31F-9C00-F534-5A9ADB812666}"/>
          </ac:picMkLst>
        </pc:picChg>
        <pc:picChg chg="add mod">
          <ac:chgData name="Peng, Beverly" userId="e9b9e11a-e91c-420a-9e81-bc866672ff32" providerId="ADAL" clId="{4D713B16-E261-4083-8EAC-8A885A79A283}" dt="2025-09-03T01:02:30.973" v="250" actId="1076"/>
          <ac:picMkLst>
            <pc:docMk/>
            <pc:sldMk cId="3573440655" sldId="261"/>
            <ac:picMk id="6148" creationId="{6C291C6C-E036-D1DF-260E-7886776D9888}"/>
          </ac:picMkLst>
        </pc:picChg>
      </pc:sldChg>
      <pc:sldChg chg="del">
        <pc:chgData name="Peng, Beverly" userId="e9b9e11a-e91c-420a-9e81-bc866672ff32" providerId="ADAL" clId="{4D713B16-E261-4083-8EAC-8A885A79A283}" dt="2025-09-02T20:16:10.587" v="5" actId="47"/>
        <pc:sldMkLst>
          <pc:docMk/>
          <pc:sldMk cId="4107157045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F4259-DA26-4BE3-8305-42BE1F0FEAA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5B6D9-890E-405E-B3BF-B60CFA8A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1pPr>
    <a:lvl2pPr marL="87782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2pPr>
    <a:lvl3pPr marL="175564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3pPr>
    <a:lvl4pPr marL="263347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4pPr>
    <a:lvl5pPr marL="3511296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5pPr>
    <a:lvl6pPr marL="438912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6pPr>
    <a:lvl7pPr marL="526694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7pPr>
    <a:lvl8pPr marL="614476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8pPr>
    <a:lvl9pPr marL="702259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4149-BA14-03D0-D31B-FDE551FC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00143-8B90-D492-61DF-AAA7D9AE9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7BA1F-3298-CC85-3458-051C3C04E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CBC7-CDD2-6184-1F38-6FB38155F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7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E97B-CED8-D756-EB7B-F0BD7A73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69E58-69CE-5227-9971-5D3A63B99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26753-8593-A628-F7EA-58289D470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479B-878D-E31F-AE82-14CE69251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2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3F77-DF38-BFBA-B6A9-0CB86541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B36EA-9E33-6169-D5A9-6E82305D1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B722E-8C21-F6CF-883A-177633169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F5FD1-2A45-C28F-E4E0-44B05E630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SARS-COV-2 RBD, SARS-COV-2 N, </a:t>
            </a:r>
          </a:p>
          <a:p>
            <a:r>
              <a:rPr lang="en-US" b="0"/>
              <a:t>EBV </a:t>
            </a:r>
            <a:r>
              <a:rPr lang="en-US" b="0" dirty="0"/>
              <a:t>EBNA1, EBV VCA, EBV gp350</a:t>
            </a:r>
            <a:r>
              <a:rPr lang="en-US" b="0"/>
              <a:t>, </a:t>
            </a:r>
          </a:p>
          <a:p>
            <a:r>
              <a:rPr lang="en-US" b="0"/>
              <a:t>CMV </a:t>
            </a:r>
            <a:r>
              <a:rPr lang="en-US" b="0" dirty="0" err="1"/>
              <a:t>gB</a:t>
            </a:r>
            <a:r>
              <a:rPr lang="en-US" b="0" dirty="0"/>
              <a:t>, CMV Pentamer, HSV </a:t>
            </a:r>
            <a:r>
              <a:rPr lang="en-US" b="0" dirty="0" err="1"/>
              <a:t>gD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1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4B2C-F328-4309-DAB4-577B14C0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9C316-5B51-572A-18EB-AC2613362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4EA81-CED6-3364-052F-2A2E34840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0CE2A-E757-E5F0-7BA6-FC4C0B843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6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7E18-E721-6B94-2361-A621559F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A87A6-3EF7-5370-8B51-8A2359955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E98DB-A49A-55F6-1E5C-62D8DED45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params = </a:t>
            </a:r>
            <a:r>
              <a:rPr lang="en-US" b="0" dirty="0" err="1"/>
              <a:t>dict</a:t>
            </a:r>
            <a:r>
              <a:rPr lang="en-US" b="0" dirty="0"/>
              <a:t>(</a:t>
            </a:r>
            <a:r>
              <a:rPr lang="en-US" b="0" dirty="0" err="1"/>
              <a:t>plt.rcParams</a:t>
            </a:r>
            <a:r>
              <a:rPr lang="en-US" b="0" dirty="0"/>
              <a:t>)</a:t>
            </a:r>
          </a:p>
          <a:p>
            <a:r>
              <a:rPr lang="en-US" b="0" dirty="0"/>
              <a:t>params = {'</a:t>
            </a:r>
            <a:r>
              <a:rPr lang="en-US" b="0" dirty="0" err="1"/>
              <a:t>legend.fontsize</a:t>
            </a:r>
            <a:r>
              <a:rPr lang="en-US" b="0" dirty="0"/>
              <a:t>': 'x-large', '</a:t>
            </a:r>
            <a:r>
              <a:rPr lang="en-US" b="0" dirty="0" err="1"/>
              <a:t>axes.labelsize</a:t>
            </a:r>
            <a:r>
              <a:rPr lang="en-US" b="0" dirty="0"/>
              <a:t>': 'x-large', 'axes.</a:t>
            </a:r>
            <a:r>
              <a:rPr lang="en-US" b="0" dirty="0" err="1"/>
              <a:t>titlesize</a:t>
            </a:r>
            <a:r>
              <a:rPr lang="en-US" b="0" dirty="0"/>
              <a:t>':'x-large', 'xtick.</a:t>
            </a:r>
            <a:r>
              <a:rPr lang="en-US" b="0" dirty="0" err="1"/>
              <a:t>labelsize</a:t>
            </a:r>
            <a:r>
              <a:rPr lang="en-US" b="0" dirty="0"/>
              <a:t>':'x-large', </a:t>
            </a:r>
          </a:p>
          <a:p>
            <a:r>
              <a:rPr lang="en-US" b="0" dirty="0"/>
              <a:t>          '</a:t>
            </a:r>
            <a:r>
              <a:rPr lang="en-US" b="0" dirty="0" err="1"/>
              <a:t>figure.figsize</a:t>
            </a:r>
            <a:r>
              <a:rPr lang="en-US" b="0" dirty="0"/>
              <a:t>': (6, 3), 'ytick.</a:t>
            </a:r>
            <a:r>
              <a:rPr lang="en-US" b="0" dirty="0" err="1"/>
              <a:t>labelsize</a:t>
            </a:r>
            <a:r>
              <a:rPr lang="en-US" b="0" dirty="0"/>
              <a:t>':'x-large'}</a:t>
            </a:r>
          </a:p>
          <a:p>
            <a:r>
              <a:rPr lang="en-US" b="0" dirty="0" err="1"/>
              <a:t>pylab.rcParams.update</a:t>
            </a:r>
            <a:r>
              <a:rPr lang="en-US" b="0" dirty="0"/>
              <a:t>(params)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3CC14-7BDD-9234-0CB5-776BFEE88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9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6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1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4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7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7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1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2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75A71-C8BC-4D73-B93C-2CD73B8A76D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9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237D-A481-3D57-6ED8-7D6FE3D5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C722319-E506-3E38-77F1-ACFDB35A7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449" y="0"/>
            <a:ext cx="1227772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9B5D67F-F73A-6295-02A0-FBDD7139BF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22" r="1533" b="77630"/>
          <a:stretch>
            <a:fillRect/>
          </a:stretch>
        </p:blipFill>
        <p:spPr bwMode="auto">
          <a:xfrm>
            <a:off x="0" y="471634"/>
            <a:ext cx="2441448" cy="227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24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ACF1-307E-F0B5-21E4-CCE57253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6C17CED-E751-30C6-7F78-035F73A76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0"/>
            <a:ext cx="17657763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262B4A-9E0E-A4AC-59CF-C0A3EBD4A541}"/>
              </a:ext>
            </a:extLst>
          </p:cNvPr>
          <p:cNvSpPr/>
          <p:nvPr/>
        </p:nvSpPr>
        <p:spPr>
          <a:xfrm>
            <a:off x="2796539" y="4646168"/>
            <a:ext cx="15175549" cy="10779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E86B7BB-4CDE-DAA5-443D-BD0F5C2D4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22" r="1533" b="77630"/>
          <a:stretch>
            <a:fillRect/>
          </a:stretch>
        </p:blipFill>
        <p:spPr bwMode="auto">
          <a:xfrm>
            <a:off x="65867" y="1901952"/>
            <a:ext cx="2666664" cy="248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79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0F40-19B4-6523-268F-C6E6D169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>
            <a:extLst>
              <a:ext uri="{FF2B5EF4-FFF2-40B4-BE49-F238E27FC236}">
                <a16:creationId xmlns:a16="http://schemas.microsoft.com/office/drawing/2014/main" id="{8DC9643D-3BF8-FD02-6E35-D95EB90804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0"/>
          <a:stretch>
            <a:fillRect/>
          </a:stretch>
        </p:blipFill>
        <p:spPr bwMode="auto">
          <a:xfrm>
            <a:off x="0" y="0"/>
            <a:ext cx="11606213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E5CC5139-1A7F-1331-9AE0-4161E34D5F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4" b="3900"/>
          <a:stretch>
            <a:fillRect/>
          </a:stretch>
        </p:blipFill>
        <p:spPr bwMode="auto">
          <a:xfrm>
            <a:off x="6074476" y="0"/>
            <a:ext cx="7978775" cy="87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32C86FC0-79D3-4A97-99B0-0D472A2EBE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4" b="3900"/>
          <a:stretch>
            <a:fillRect/>
          </a:stretch>
        </p:blipFill>
        <p:spPr bwMode="auto">
          <a:xfrm>
            <a:off x="8530717" y="0"/>
            <a:ext cx="7978775" cy="87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D0A047-9FDB-2758-1F18-32D971DEA01B}"/>
              </a:ext>
            </a:extLst>
          </p:cNvPr>
          <p:cNvSpPr/>
          <p:nvPr/>
        </p:nvSpPr>
        <p:spPr>
          <a:xfrm>
            <a:off x="1" y="4640036"/>
            <a:ext cx="16509492" cy="1065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4C0E7-908E-0E62-2F1C-4A9BC612DCC2}"/>
              </a:ext>
            </a:extLst>
          </p:cNvPr>
          <p:cNvSpPr/>
          <p:nvPr/>
        </p:nvSpPr>
        <p:spPr>
          <a:xfrm>
            <a:off x="6037960" y="1744980"/>
            <a:ext cx="45719" cy="70424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6EC2900-5332-EF8C-EA52-6D56F8AEF7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22" r="1533" b="77630"/>
          <a:stretch>
            <a:fillRect/>
          </a:stretch>
        </p:blipFill>
        <p:spPr bwMode="auto">
          <a:xfrm>
            <a:off x="14923008" y="92115"/>
            <a:ext cx="2807208" cy="261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7B18F0-856A-2370-B75F-F6BC43EA4B9C}"/>
              </a:ext>
            </a:extLst>
          </p:cNvPr>
          <p:cNvSpPr/>
          <p:nvPr/>
        </p:nvSpPr>
        <p:spPr>
          <a:xfrm>
            <a:off x="8517060" y="1744980"/>
            <a:ext cx="45719" cy="70424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7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5649B744-DEC7-6F3F-28BE-6FDBBCE21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05200" cy="217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E002A1B-484F-2FBF-033D-D64CD8B3D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278"/>
            <a:ext cx="6323192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B9020A8-7D6B-9969-0B77-D301A164D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9" y="2175288"/>
            <a:ext cx="6437312" cy="314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13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0805-BA0A-039D-FD90-2B8F4CA3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86E7C2DF-D427-FD28-DD71-050BE6B00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05200" cy="217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C291C6C-E036-D1DF-260E-7886776D9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6874"/>
            <a:ext cx="5565274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B92B0A3B-F31F-9C00-F534-5A9ADB812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1" y="2174278"/>
            <a:ext cx="5676900" cy="314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44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D04B-9453-6EC8-0DE3-45E4FD3F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26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10002</TotalTime>
  <Words>88</Words>
  <Application>Microsoft Office PowerPoint</Application>
  <PresentationFormat>Custom</PresentationFormat>
  <Paragraphs>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Peng, Beverly</dc:creator>
  <cp:lastModifiedBy>Peng, Beverly</cp:lastModifiedBy>
  <cp:revision>6</cp:revision>
  <dcterms:created xsi:type="dcterms:W3CDTF">2025-07-17T07:52:44Z</dcterms:created>
  <dcterms:modified xsi:type="dcterms:W3CDTF">2025-09-03T19:37:44Z</dcterms:modified>
</cp:coreProperties>
</file>